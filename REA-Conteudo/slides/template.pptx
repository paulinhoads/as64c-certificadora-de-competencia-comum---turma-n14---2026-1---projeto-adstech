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DE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613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E66D0616-E737-7D0E-0DDE-A82DD51AB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" y="0"/>
            <a:ext cx="9140557" cy="51435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3200400" y="914400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4ADE80">
              <a:alpha val="5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200400" y="9144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X  ·  NOME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TÍTULO</a:t>
            </a:r>
            <a:endParaRPr lang="en-US" sz="4000" dirty="0">
              <a:solidFill>
                <a:srgbClr val="4ADE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Alguma</a:t>
            </a:r>
            <a:r>
              <a:rPr lang="en-US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frase</a:t>
            </a:r>
            <a:endParaRPr lang="en-US" sz="140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6E157CF4-4F11-504D-674A-494C57E8A5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0311" t="16888" r="10706" b="18879"/>
          <a:stretch>
            <a:fillRect/>
          </a:stretch>
        </p:blipFill>
        <p:spPr>
          <a:xfrm>
            <a:off x="502919" y="2285999"/>
            <a:ext cx="3501457" cy="1737360"/>
          </a:xfrm>
          <a:prstGeom prst="roundRect">
            <a:avLst>
              <a:gd name="adj" fmla="val 256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0" endPos="28000" dist="5000" dir="5400000" sy="-100000" algn="bl" rotWithShape="0"/>
          </a:effectLst>
        </p:spPr>
      </p:pic>
      <p:sp>
        <p:nvSpPr>
          <p:cNvPr id="2" name="Shape 0"/>
          <p:cNvSpPr/>
          <p:nvPr/>
        </p:nvSpPr>
        <p:spPr>
          <a:xfrm flipH="1">
            <a:off x="502919" y="411480"/>
            <a:ext cx="50400" cy="640080"/>
          </a:xfrm>
          <a:prstGeom prst="roundRect">
            <a:avLst>
              <a:gd name="adj" fmla="val 30953"/>
            </a:avLst>
          </a:prstGeom>
          <a:solidFill>
            <a:srgbClr val="4ADE80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com </a:t>
            </a:r>
            <a:r>
              <a:rPr lang="en-US" sz="2400" b="1" dirty="0" err="1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código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Lorem ipsum dolor sit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amet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consectetur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adipiscing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Mauris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bibendum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venenatis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tempus,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urna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purus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aliquet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orci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laoreet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lacus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augue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non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justo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Cras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faucibus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nisi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purus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bibendum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vel maximus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tellus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euismod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  <p:sp>
        <p:nvSpPr>
          <p:cNvPr id="7" name="Shape 5"/>
          <p:cNvSpPr/>
          <p:nvPr/>
        </p:nvSpPr>
        <p:spPr>
          <a:xfrm rot="16200000">
            <a:off x="-390206" y="3130233"/>
            <a:ext cx="1737362" cy="488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394960" y="105156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532120" y="121615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53212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0760" y="1143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1100" b="1" dirty="0">
              <a:solidFill>
                <a:srgbClr val="E1E1E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80760" y="1435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Explicação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94960" y="210312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5532120" y="226771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5321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076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2487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Explicação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94960" y="315468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5532120" y="331927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53212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80760" y="3246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80760" y="3538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Explicação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4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COMPARATIVO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para </a:t>
            </a:r>
            <a:r>
              <a:rPr lang="en-US" sz="2600" b="1" dirty="0" err="1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comparação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3931920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3931920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Conceito</a:t>
            </a:r>
            <a:r>
              <a:rPr lang="en-US" sz="900" kern="0" spc="3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08483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Lorem ipsum dolor sit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amet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consectetur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adipiscing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Mauris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bibendum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venenatis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en-US" sz="1100" dirty="0" err="1">
                <a:solidFill>
                  <a:srgbClr val="A8A8B3"/>
                </a:solidFill>
                <a:latin typeface="Arial" pitchFamily="34" charset="0"/>
                <a:ea typeface="Courier New" pitchFamily="34" charset="-122"/>
                <a:cs typeface="Arial" pitchFamily="34" charset="-120"/>
              </a:rPr>
              <a:t>Dotpoint</a:t>
            </a:r>
            <a:r>
              <a:rPr lang="en-US" sz="1100" dirty="0">
                <a:solidFill>
                  <a:srgbClr val="A8A8B3"/>
                </a:solidFill>
                <a:latin typeface="Arial" pitchFamily="34" charset="0"/>
                <a:ea typeface="Courier New" pitchFamily="34" charset="-122"/>
                <a:cs typeface="Arial" pitchFamily="34" charset="-120"/>
              </a:rPr>
              <a:t>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826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en-US" sz="11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Dotpoint</a:t>
            </a:r>
            <a:r>
              <a:rPr lang="en-US" sz="11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685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en-US" sz="11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Dotpoint</a:t>
            </a:r>
            <a:r>
              <a:rPr lang="en-US" sz="11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0873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en-US" sz="1100" dirty="0" err="1">
                <a:solidFill>
                  <a:srgbClr val="A8A8B3"/>
                </a:solidFill>
                <a:latin typeface="Arial" pitchFamily="34" charset="0"/>
                <a:ea typeface="Courier New" pitchFamily="34" charset="-122"/>
                <a:cs typeface="Arial" pitchFamily="34" charset="-120"/>
              </a:rPr>
              <a:t>Dotpoint</a:t>
            </a:r>
            <a:r>
              <a:rPr lang="en-US" sz="1100" dirty="0">
                <a:solidFill>
                  <a:srgbClr val="A8A8B3"/>
                </a:solidFill>
                <a:latin typeface="Arial" pitchFamily="34" charset="0"/>
                <a:ea typeface="Courier New" pitchFamily="34" charset="-122"/>
                <a:cs typeface="Arial" pitchFamily="34" charset="-120"/>
              </a:rPr>
              <a:t> 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325880"/>
            <a:ext cx="3931920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800600" y="1333500"/>
            <a:ext cx="3931920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4A99"/>
          </a:solidFill>
          <a:ln w="1270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 err="1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Conceito</a:t>
            </a:r>
            <a:r>
              <a:rPr lang="en-US" sz="900" kern="0" spc="30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208483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Lorem ipsum dolor sit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amet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consectetur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adipiscing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Mauris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bibendum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 </a:t>
            </a:r>
            <a:r>
              <a:rPr lang="en-US" sz="12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venenatis</a:t>
            </a:r>
            <a:r>
              <a:rPr lang="en-US" sz="12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en-US" sz="11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Dotpoint</a:t>
            </a:r>
            <a:r>
              <a:rPr lang="en-US" sz="11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2826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en-US" sz="11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Dotpoint</a:t>
            </a:r>
            <a:r>
              <a:rPr lang="en-US" sz="11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685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en-US" sz="11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Dotpoint</a:t>
            </a:r>
            <a:r>
              <a:rPr lang="en-US" sz="11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40873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en-US" sz="11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Dotpoint</a:t>
            </a:r>
            <a:r>
              <a:rPr lang="en-US" sz="11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F1F0F"/>
          </a:solidFill>
          <a:ln w="3810">
            <a:solidFill>
              <a:srgbClr val="4ADE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4ADE80">
              <a:alpha val="4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" y="164592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 err="1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Conceito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651760" y="64008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com </a:t>
            </a:r>
            <a:r>
              <a:rPr lang="en-US" sz="2600" b="1" dirty="0" err="1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explicação</a:t>
            </a:r>
            <a:r>
              <a:rPr lang="en-US" sz="2600" b="1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e cards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651760" y="1417320"/>
            <a:ext cx="45720" cy="155448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816352" y="141732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Lorem ipsum dolor sit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amet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consectetur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adipiscing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Mauris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bibendum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venenatis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tempus,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urna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purus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aliquet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orci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laoreet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lacus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augue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non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justo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Cras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faucibus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nisi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purus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bibendum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vel maximus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tellus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euismod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Nunc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eget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libero non ipsum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venenatis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convallis. Ut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quam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justo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malesuada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ultrices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sodales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a,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malesuada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vel ante. Sed et dui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aliquam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suscipit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scelerisque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magna. Nunc at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mauris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mattis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imperdiet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diam sit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amet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mattis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ligula. Aenean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lacus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interdum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nec </a:t>
            </a:r>
            <a:r>
              <a:rPr lang="en-US" sz="130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pellentesque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id.</a:t>
            </a:r>
          </a:p>
          <a:p>
            <a:pPr marL="0" indent="0">
              <a:buNone/>
            </a:pPr>
            <a:endParaRPr lang="en-US" sz="130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51760" y="315468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651760" y="31546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card 1</a:t>
            </a:r>
          </a:p>
        </p:txBody>
      </p:sp>
      <p:sp>
        <p:nvSpPr>
          <p:cNvPr id="12" name="Shape 10"/>
          <p:cNvSpPr/>
          <p:nvPr/>
        </p:nvSpPr>
        <p:spPr>
          <a:xfrm>
            <a:off x="3858768" y="315468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11"/>
          <p:cNvSpPr/>
          <p:nvPr/>
        </p:nvSpPr>
        <p:spPr>
          <a:xfrm>
            <a:off x="3858768" y="31546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 2</a:t>
            </a:r>
          </a:p>
        </p:txBody>
      </p:sp>
      <p:sp>
        <p:nvSpPr>
          <p:cNvPr id="14" name="Shape 12"/>
          <p:cNvSpPr/>
          <p:nvPr/>
        </p:nvSpPr>
        <p:spPr>
          <a:xfrm>
            <a:off x="5065776" y="3154680"/>
            <a:ext cx="844906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065776" y="3154680"/>
            <a:ext cx="844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 3</a:t>
            </a:r>
          </a:p>
        </p:txBody>
      </p:sp>
      <p:sp>
        <p:nvSpPr>
          <p:cNvPr id="16" name="Shape 14"/>
          <p:cNvSpPr/>
          <p:nvPr/>
        </p:nvSpPr>
        <p:spPr>
          <a:xfrm>
            <a:off x="6020410" y="3154680"/>
            <a:ext cx="1181405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020410" y="3154680"/>
            <a:ext cx="11814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 4</a:t>
            </a:r>
          </a:p>
        </p:txBody>
      </p:sp>
      <p:sp>
        <p:nvSpPr>
          <p:cNvPr id="18" name="Shape 16"/>
          <p:cNvSpPr/>
          <p:nvPr/>
        </p:nvSpPr>
        <p:spPr>
          <a:xfrm>
            <a:off x="7311542" y="3154680"/>
            <a:ext cx="1433779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311542" y="3154680"/>
            <a:ext cx="14337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0160">
            <a:solidFill>
              <a:srgbClr val="1E1E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77724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16128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1097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r>
              <a:rPr lang="en-US" sz="1200" b="1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4264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Conceitos</a:t>
            </a:r>
            <a:r>
              <a:rPr lang="en-US" sz="90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 </a:t>
            </a:r>
            <a:r>
              <a:rPr lang="en-US" sz="90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conceito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114800" cy="77724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956048" y="116128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95604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40680" y="1097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r>
              <a:rPr lang="en-US" sz="1200" b="1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0680" y="14264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Conceitos</a:t>
            </a:r>
            <a:r>
              <a:rPr lang="en-US" sz="90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 </a:t>
            </a:r>
            <a:r>
              <a:rPr lang="en-US" sz="90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conceito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965960"/>
            <a:ext cx="4114800" cy="77724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66928" y="212140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6928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r>
              <a:rPr lang="en-US" sz="1200" b="1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38658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Conceitos</a:t>
            </a:r>
            <a:r>
              <a:rPr lang="en-US" sz="90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 </a:t>
            </a:r>
            <a:r>
              <a:rPr lang="en-US" sz="90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conceito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1965960"/>
            <a:ext cx="4114800" cy="77724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956048" y="212140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956048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4068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r>
              <a:rPr lang="en-US" sz="1200" b="1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238658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Conceitos</a:t>
            </a:r>
            <a:r>
              <a:rPr lang="en-US" sz="90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 </a:t>
            </a:r>
            <a:r>
              <a:rPr lang="en-US" sz="90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conceito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4114800" cy="77724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66928" y="308152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66928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156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r>
              <a:rPr lang="en-US" sz="1200" b="1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3467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Conceitos</a:t>
            </a:r>
            <a:r>
              <a:rPr lang="en-US" sz="90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 </a:t>
            </a:r>
            <a:r>
              <a:rPr lang="en-US" sz="90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conceito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2926080"/>
            <a:ext cx="4114800" cy="77724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4956048" y="308152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956048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4068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r>
              <a:rPr lang="en-US" sz="1200" b="1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40680" y="33467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Conceitos</a:t>
            </a:r>
            <a:r>
              <a:rPr lang="en-US" sz="90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 </a:t>
            </a:r>
            <a:r>
              <a:rPr lang="en-US" sz="90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conceito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281</Words>
  <Application>Microsoft Office PowerPoint</Application>
  <PresentationFormat>Apresentação na tela (16:9)</PresentationFormat>
  <Paragraphs>59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Arial Black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creator>Vito Vito</dc:creator>
  <cp:lastModifiedBy>Vito Vito</cp:lastModifiedBy>
  <cp:revision>4</cp:revision>
  <dcterms:created xsi:type="dcterms:W3CDTF">2026-05-09T09:39:54Z</dcterms:created>
  <dcterms:modified xsi:type="dcterms:W3CDTF">2026-05-14T19:09:30Z</dcterms:modified>
</cp:coreProperties>
</file>