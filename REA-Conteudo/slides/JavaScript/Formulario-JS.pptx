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7B0"/>
    <a:srgbClr val="F5F945"/>
    <a:srgbClr val="A40000"/>
    <a:srgbClr val="FF1515"/>
    <a:srgbClr val="61ECFB"/>
    <a:srgbClr val="8B0768"/>
    <a:srgbClr val="836496"/>
    <a:srgbClr val="F00A93"/>
    <a:srgbClr val="FCD2E4"/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gor Silva" userId="4900a7dd34babdab" providerId="LiveId" clId="{20DACF17-333A-4221-9142-3EA4BFFDA9FC}"/>
    <pc:docChg chg="undo custSel addSld delSld modSld sldOrd">
      <pc:chgData name="Higor Silva" userId="4900a7dd34babdab" providerId="LiveId" clId="{20DACF17-333A-4221-9142-3EA4BFFDA9FC}" dt="2026-06-08T14:49:06.137" v="914" actId="20577"/>
      <pc:docMkLst>
        <pc:docMk/>
      </pc:docMkLst>
      <pc:sldChg chg="modSp mod">
        <pc:chgData name="Higor Silva" userId="4900a7dd34babdab" providerId="LiveId" clId="{20DACF17-333A-4221-9142-3EA4BFFDA9FC}" dt="2026-06-08T14:49:06.137" v="914" actId="20577"/>
        <pc:sldMkLst>
          <pc:docMk/>
          <pc:sldMk cId="0" sldId="256"/>
        </pc:sldMkLst>
        <pc:spChg chg="mod">
          <ac:chgData name="Higor Silva" userId="4900a7dd34babdab" providerId="LiveId" clId="{20DACF17-333A-4221-9142-3EA4BFFDA9FC}" dt="2026-06-08T14:49:06.137" v="91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5:44.379" v="66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5:53.862" v="69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Higor Silva" userId="4900a7dd34babdab" providerId="LiveId" clId="{20DACF17-333A-4221-9142-3EA4BFFDA9FC}" dt="2026-06-08T13:44:20.317" v="385" actId="1076"/>
        <pc:sldMkLst>
          <pc:docMk/>
          <pc:sldMk cId="0" sldId="258"/>
        </pc:sldMkLst>
        <pc:spChg chg="mod">
          <ac:chgData name="Higor Silva" userId="4900a7dd34babdab" providerId="LiveId" clId="{20DACF17-333A-4221-9142-3EA4BFFDA9FC}" dt="2026-06-08T13:38:47.411" v="242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9:03.571" v="27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4:20.317" v="38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9:22.805" v="284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9:12.768" v="281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4:19.713" v="384" actId="403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Higor Silva" userId="4900a7dd34babdab" providerId="LiveId" clId="{20DACF17-333A-4221-9142-3EA4BFFDA9FC}" dt="2026-06-08T13:42:38.218" v="339" actId="1036"/>
          <ac:spMkLst>
            <pc:docMk/>
            <pc:sldMk cId="0" sldId="258"/>
            <ac:spMk id="10" creationId="{6050F80E-98D2-43D6-9857-F73DC3227103}"/>
          </ac:spMkLst>
        </pc:spChg>
        <pc:spChg chg="add del">
          <ac:chgData name="Higor Silva" userId="4900a7dd34babdab" providerId="LiveId" clId="{20DACF17-333A-4221-9142-3EA4BFFDA9FC}" dt="2026-06-08T13:41:40.702" v="322"/>
          <ac:spMkLst>
            <pc:docMk/>
            <pc:sldMk cId="0" sldId="258"/>
            <ac:spMk id="11" creationId="{6F16AB94-67F7-448E-A377-A6369FA37AAE}"/>
          </ac:spMkLst>
        </pc:spChg>
      </pc:sldChg>
      <pc:sldChg chg="delSp modSp mod">
        <pc:chgData name="Higor Silva" userId="4900a7dd34babdab" providerId="LiveId" clId="{20DACF17-333A-4221-9142-3EA4BFFDA9FC}" dt="2026-06-08T13:38:26.396" v="229" actId="5793"/>
        <pc:sldMkLst>
          <pc:docMk/>
          <pc:sldMk cId="0" sldId="259"/>
        </pc:sldMkLst>
        <pc:spChg chg="mod">
          <ac:chgData name="Higor Silva" userId="4900a7dd34babdab" providerId="LiveId" clId="{20DACF17-333A-4221-9142-3EA4BFFDA9FC}" dt="2026-06-08T13:36:12.786" v="85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38:26.396" v="229" actId="5793"/>
          <ac:spMkLst>
            <pc:docMk/>
            <pc:sldMk cId="0" sldId="259"/>
            <ac:spMk id="9" creationId="{00000000-0000-0000-0000-000000000000}"/>
          </ac:spMkLst>
        </pc:spChg>
        <pc:spChg chg="del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16" creationId="{B362F163-EC7B-4F81-9334-17E0A5E587B5}"/>
          </ac:spMkLst>
        </pc:spChg>
        <pc:spChg chg="del mod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17" creationId="{D41395B6-36C8-4457-A978-E55FCA53DB33}"/>
          </ac:spMkLst>
        </pc:spChg>
        <pc:spChg chg="del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20" creationId="{52F53136-2D45-4650-85A9-BB70779C87C3}"/>
          </ac:spMkLst>
        </pc:spChg>
        <pc:spChg chg="del">
          <ac:chgData name="Higor Silva" userId="4900a7dd34babdab" providerId="LiveId" clId="{20DACF17-333A-4221-9142-3EA4BFFDA9FC}" dt="2026-06-08T13:36:36.803" v="94" actId="478"/>
          <ac:spMkLst>
            <pc:docMk/>
            <pc:sldMk cId="0" sldId="259"/>
            <ac:spMk id="21" creationId="{C9500E7E-4DBB-4930-8EE7-E44E62AA8028}"/>
          </ac:spMkLst>
        </pc:spChg>
        <pc:spChg chg="del">
          <ac:chgData name="Higor Silva" userId="4900a7dd34babdab" providerId="LiveId" clId="{20DACF17-333A-4221-9142-3EA4BFFDA9FC}" dt="2026-06-08T13:36:38.690" v="95" actId="478"/>
          <ac:spMkLst>
            <pc:docMk/>
            <pc:sldMk cId="0" sldId="259"/>
            <ac:spMk id="22" creationId="{E6593095-9F2C-4B2D-8EAD-1D8526FFBD7C}"/>
          </ac:spMkLst>
        </pc:spChg>
        <pc:spChg chg="del">
          <ac:chgData name="Higor Silva" userId="4900a7dd34babdab" providerId="LiveId" clId="{20DACF17-333A-4221-9142-3EA4BFFDA9FC}" dt="2026-06-08T13:36:38.690" v="95" actId="478"/>
          <ac:spMkLst>
            <pc:docMk/>
            <pc:sldMk cId="0" sldId="259"/>
            <ac:spMk id="23" creationId="{44F95299-8EB6-45B8-AE11-CEBDA805BAC3}"/>
          </ac:spMkLst>
        </pc:spChg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2779444135" sldId="262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3733101395" sldId="264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4207001280" sldId="265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952070393" sldId="266"/>
        </pc:sldMkLst>
      </pc:sldChg>
      <pc:sldChg chg="addSp delSp modSp mod">
        <pc:chgData name="Higor Silva" userId="4900a7dd34babdab" providerId="LiveId" clId="{20DACF17-333A-4221-9142-3EA4BFFDA9FC}" dt="2026-06-08T14:04:47.666" v="912" actId="14100"/>
        <pc:sldMkLst>
          <pc:docMk/>
          <pc:sldMk cId="2157816945" sldId="267"/>
        </pc:sldMkLst>
        <pc:spChg chg="add del">
          <ac:chgData name="Higor Silva" userId="4900a7dd34babdab" providerId="LiveId" clId="{20DACF17-333A-4221-9142-3EA4BFFDA9FC}" dt="2026-06-08T14:03:19.676" v="876"/>
          <ac:spMkLst>
            <pc:docMk/>
            <pc:sldMk cId="2157816945" sldId="267"/>
            <ac:spMk id="4" creationId="{24933EB9-233D-4942-89CF-6831FB16AB28}"/>
          </ac:spMkLst>
        </pc:spChg>
        <pc:spChg chg="add del">
          <ac:chgData name="Higor Silva" userId="4900a7dd34babdab" providerId="LiveId" clId="{20DACF17-333A-4221-9142-3EA4BFFDA9FC}" dt="2026-06-08T14:04:07.741" v="903"/>
          <ac:spMkLst>
            <pc:docMk/>
            <pc:sldMk cId="2157816945" sldId="267"/>
            <ac:spMk id="6" creationId="{5291E5EB-F1DE-4B94-91D0-EB5665CE9182}"/>
          </ac:spMkLst>
        </pc:spChg>
        <pc:spChg chg="mod">
          <ac:chgData name="Higor Silva" userId="4900a7dd34babdab" providerId="LiveId" clId="{20DACF17-333A-4221-9142-3EA4BFFDA9FC}" dt="2026-06-08T14:04:47.666" v="912" actId="14100"/>
          <ac:spMkLst>
            <pc:docMk/>
            <pc:sldMk cId="2157816945" sldId="267"/>
            <ac:spMk id="8" creationId="{2417E69C-2518-A202-8A64-D3D6BBED6CB8}"/>
          </ac:spMkLst>
        </pc:spChg>
        <pc:spChg chg="mod">
          <ac:chgData name="Higor Silva" userId="4900a7dd34babdab" providerId="LiveId" clId="{20DACF17-333A-4221-9142-3EA4BFFDA9FC}" dt="2026-06-08T14:03:09.532" v="874" actId="20577"/>
          <ac:spMkLst>
            <pc:docMk/>
            <pc:sldMk cId="2157816945" sldId="267"/>
            <ac:spMk id="10" creationId="{AEE57B18-E019-4736-9547-8A6E407F53CE}"/>
          </ac:spMkLst>
        </pc:spChg>
        <pc:spChg chg="mod">
          <ac:chgData name="Higor Silva" userId="4900a7dd34babdab" providerId="LiveId" clId="{20DACF17-333A-4221-9142-3EA4BFFDA9FC}" dt="2026-06-08T14:04:35.410" v="911"/>
          <ac:spMkLst>
            <pc:docMk/>
            <pc:sldMk cId="2157816945" sldId="267"/>
            <ac:spMk id="11" creationId="{61B6DEED-F2A3-40A7-BB9E-AA0A7BF7FB49}"/>
          </ac:spMkLst>
        </pc:spChg>
        <pc:spChg chg="mod">
          <ac:chgData name="Higor Silva" userId="4900a7dd34babdab" providerId="LiveId" clId="{20DACF17-333A-4221-9142-3EA4BFFDA9FC}" dt="2026-06-08T14:03:43.217" v="887" actId="114"/>
          <ac:spMkLst>
            <pc:docMk/>
            <pc:sldMk cId="2157816945" sldId="267"/>
            <ac:spMk id="12" creationId="{E8B8DAA4-164B-4C91-A7B0-DE279F731CB9}"/>
          </ac:spMkLst>
        </pc:spChg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1046855314" sldId="268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26460688" sldId="269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3289449454" sldId="270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3992312470" sldId="271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3781006397" sldId="272"/>
        </pc:sldMkLst>
      </pc:sldChg>
      <pc:sldChg chg="del">
        <pc:chgData name="Higor Silva" userId="4900a7dd34babdab" providerId="LiveId" clId="{20DACF17-333A-4221-9142-3EA4BFFDA9FC}" dt="2026-06-08T14:02:55.627" v="855" actId="47"/>
        <pc:sldMkLst>
          <pc:docMk/>
          <pc:sldMk cId="3197465058" sldId="273"/>
        </pc:sldMkLst>
      </pc:sldChg>
      <pc:sldChg chg="modSp add mod">
        <pc:chgData name="Higor Silva" userId="4900a7dd34babdab" providerId="LiveId" clId="{20DACF17-333A-4221-9142-3EA4BFFDA9FC}" dt="2026-06-08T13:44:15.376" v="383" actId="403"/>
        <pc:sldMkLst>
          <pc:docMk/>
          <pc:sldMk cId="3897087868" sldId="274"/>
        </pc:sldMkLst>
        <pc:spChg chg="mod">
          <ac:chgData name="Higor Silva" userId="4900a7dd34babdab" providerId="LiveId" clId="{20DACF17-333A-4221-9142-3EA4BFFDA9FC}" dt="2026-06-08T13:43:00.580" v="354" actId="20577"/>
          <ac:spMkLst>
            <pc:docMk/>
            <pc:sldMk cId="3897087868" sldId="274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3:09.275" v="375" actId="20577"/>
          <ac:spMkLst>
            <pc:docMk/>
            <pc:sldMk cId="3897087868" sldId="274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4:15.376" v="383" actId="403"/>
          <ac:spMkLst>
            <pc:docMk/>
            <pc:sldMk cId="3897087868" sldId="274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4:01.359" v="381" actId="114"/>
          <ac:spMkLst>
            <pc:docMk/>
            <pc:sldMk cId="3897087868" sldId="274"/>
            <ac:spMk id="10" creationId="{6050F80E-98D2-43D6-9857-F73DC3227103}"/>
          </ac:spMkLst>
        </pc:spChg>
      </pc:sldChg>
      <pc:sldChg chg="addSp delSp modSp add mod">
        <pc:chgData name="Higor Silva" userId="4900a7dd34babdab" providerId="LiveId" clId="{20DACF17-333A-4221-9142-3EA4BFFDA9FC}" dt="2026-06-08T13:48:52.784" v="450" actId="20577"/>
        <pc:sldMkLst>
          <pc:docMk/>
          <pc:sldMk cId="993891235" sldId="275"/>
        </pc:sldMkLst>
        <pc:spChg chg="mod">
          <ac:chgData name="Higor Silva" userId="4900a7dd34babdab" providerId="LiveId" clId="{20DACF17-333A-4221-9142-3EA4BFFDA9FC}" dt="2026-06-08T13:48:52.784" v="450" actId="20577"/>
          <ac:spMkLst>
            <pc:docMk/>
            <pc:sldMk cId="993891235" sldId="275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6:30.438" v="422" actId="20577"/>
          <ac:spMkLst>
            <pc:docMk/>
            <pc:sldMk cId="993891235" sldId="275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7:23.980" v="430" actId="20577"/>
          <ac:spMkLst>
            <pc:docMk/>
            <pc:sldMk cId="993891235" sldId="275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8:00.444" v="440" actId="114"/>
          <ac:spMkLst>
            <pc:docMk/>
            <pc:sldMk cId="993891235" sldId="275"/>
            <ac:spMk id="10" creationId="{6050F80E-98D2-43D6-9857-F73DC3227103}"/>
          </ac:spMkLst>
        </pc:spChg>
        <pc:spChg chg="add del">
          <ac:chgData name="Higor Silva" userId="4900a7dd34babdab" providerId="LiveId" clId="{20DACF17-333A-4221-9142-3EA4BFFDA9FC}" dt="2026-06-08T13:47:34.279" v="432"/>
          <ac:spMkLst>
            <pc:docMk/>
            <pc:sldMk cId="993891235" sldId="275"/>
            <ac:spMk id="11" creationId="{E169FB24-2618-4760-89EC-01800634C24E}"/>
          </ac:spMkLst>
        </pc:spChg>
      </pc:sldChg>
      <pc:sldChg chg="addSp delSp modSp add mod">
        <pc:chgData name="Higor Silva" userId="4900a7dd34babdab" providerId="LiveId" clId="{20DACF17-333A-4221-9142-3EA4BFFDA9FC}" dt="2026-06-08T13:50:51.013" v="577" actId="114"/>
        <pc:sldMkLst>
          <pc:docMk/>
          <pc:sldMk cId="1502204075" sldId="276"/>
        </pc:sldMkLst>
        <pc:spChg chg="mod">
          <ac:chgData name="Higor Silva" userId="4900a7dd34babdab" providerId="LiveId" clId="{20DACF17-333A-4221-9142-3EA4BFFDA9FC}" dt="2026-06-08T13:49:09.956" v="470" actId="20577"/>
          <ac:spMkLst>
            <pc:docMk/>
            <pc:sldMk cId="1502204075" sldId="276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49:22.588" v="494" actId="20577"/>
          <ac:spMkLst>
            <pc:docMk/>
            <pc:sldMk cId="1502204075" sldId="276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0:07.700" v="565" actId="20577"/>
          <ac:spMkLst>
            <pc:docMk/>
            <pc:sldMk cId="1502204075" sldId="276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0:51.013" v="577" actId="114"/>
          <ac:spMkLst>
            <pc:docMk/>
            <pc:sldMk cId="1502204075" sldId="276"/>
            <ac:spMk id="10" creationId="{6050F80E-98D2-43D6-9857-F73DC3227103}"/>
          </ac:spMkLst>
        </pc:spChg>
        <pc:spChg chg="add del">
          <ac:chgData name="Higor Silva" userId="4900a7dd34babdab" providerId="LiveId" clId="{20DACF17-333A-4221-9142-3EA4BFFDA9FC}" dt="2026-06-08T13:50:28.223" v="567"/>
          <ac:spMkLst>
            <pc:docMk/>
            <pc:sldMk cId="1502204075" sldId="276"/>
            <ac:spMk id="11" creationId="{BCC0FECE-0F30-4A80-9611-FF8F944E76B4}"/>
          </ac:spMkLst>
        </pc:spChg>
      </pc:sldChg>
      <pc:sldChg chg="modSp add mod">
        <pc:chgData name="Higor Silva" userId="4900a7dd34babdab" providerId="LiveId" clId="{20DACF17-333A-4221-9142-3EA4BFFDA9FC}" dt="2026-06-08T13:53:58.341" v="654" actId="20577"/>
        <pc:sldMkLst>
          <pc:docMk/>
          <pc:sldMk cId="1659561270" sldId="277"/>
        </pc:sldMkLst>
        <pc:spChg chg="mod">
          <ac:chgData name="Higor Silva" userId="4900a7dd34babdab" providerId="LiveId" clId="{20DACF17-333A-4221-9142-3EA4BFFDA9FC}" dt="2026-06-08T13:51:12.836" v="599" actId="20577"/>
          <ac:spMkLst>
            <pc:docMk/>
            <pc:sldMk cId="1659561270" sldId="277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3:58.341" v="654" actId="20577"/>
          <ac:spMkLst>
            <pc:docMk/>
            <pc:sldMk cId="1659561270" sldId="277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2:44.609" v="613" actId="207"/>
          <ac:spMkLst>
            <pc:docMk/>
            <pc:sldMk cId="1659561270" sldId="277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3:40.492" v="625" actId="114"/>
          <ac:spMkLst>
            <pc:docMk/>
            <pc:sldMk cId="1659561270" sldId="277"/>
            <ac:spMk id="10" creationId="{6050F80E-98D2-43D6-9857-F73DC3227103}"/>
          </ac:spMkLst>
        </pc:spChg>
      </pc:sldChg>
      <pc:sldChg chg="addSp delSp modSp add mod">
        <pc:chgData name="Higor Silva" userId="4900a7dd34babdab" providerId="LiveId" clId="{20DACF17-333A-4221-9142-3EA4BFFDA9FC}" dt="2026-06-08T13:55:36.247" v="698" actId="114"/>
        <pc:sldMkLst>
          <pc:docMk/>
          <pc:sldMk cId="4000404686" sldId="278"/>
        </pc:sldMkLst>
        <pc:spChg chg="mod">
          <ac:chgData name="Higor Silva" userId="4900a7dd34babdab" providerId="LiveId" clId="{20DACF17-333A-4221-9142-3EA4BFFDA9FC}" dt="2026-06-08T13:54:33.907" v="669" actId="20577"/>
          <ac:spMkLst>
            <pc:docMk/>
            <pc:sldMk cId="4000404686" sldId="278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4:44.413" v="686" actId="20577"/>
          <ac:spMkLst>
            <pc:docMk/>
            <pc:sldMk cId="4000404686" sldId="278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5:18.237" v="691" actId="207"/>
          <ac:spMkLst>
            <pc:docMk/>
            <pc:sldMk cId="4000404686" sldId="278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5:36.247" v="698" actId="114"/>
          <ac:spMkLst>
            <pc:docMk/>
            <pc:sldMk cId="4000404686" sldId="278"/>
            <ac:spMk id="10" creationId="{6050F80E-98D2-43D6-9857-F73DC3227103}"/>
          </ac:spMkLst>
        </pc:spChg>
        <pc:spChg chg="add del">
          <ac:chgData name="Higor Silva" userId="4900a7dd34babdab" providerId="LiveId" clId="{20DACF17-333A-4221-9142-3EA4BFFDA9FC}" dt="2026-06-08T13:55:27.567" v="693"/>
          <ac:spMkLst>
            <pc:docMk/>
            <pc:sldMk cId="4000404686" sldId="278"/>
            <ac:spMk id="11" creationId="{9BA7E54D-64C3-44D4-8F75-29A645D09A69}"/>
          </ac:spMkLst>
        </pc:spChg>
      </pc:sldChg>
      <pc:sldChg chg="addSp delSp modSp add mod ord">
        <pc:chgData name="Higor Silva" userId="4900a7dd34babdab" providerId="LiveId" clId="{20DACF17-333A-4221-9142-3EA4BFFDA9FC}" dt="2026-06-08T13:57:30.648" v="758" actId="114"/>
        <pc:sldMkLst>
          <pc:docMk/>
          <pc:sldMk cId="718308989" sldId="279"/>
        </pc:sldMkLst>
        <pc:spChg chg="mod">
          <ac:chgData name="Higor Silva" userId="4900a7dd34babdab" providerId="LiveId" clId="{20DACF17-333A-4221-9142-3EA4BFFDA9FC}" dt="2026-06-08T13:56:06.708" v="720" actId="20577"/>
          <ac:spMkLst>
            <pc:docMk/>
            <pc:sldMk cId="718308989" sldId="279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6:16.749" v="741" actId="20577"/>
          <ac:spMkLst>
            <pc:docMk/>
            <pc:sldMk cId="718308989" sldId="279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6:34.575" v="746" actId="1076"/>
          <ac:spMkLst>
            <pc:docMk/>
            <pc:sldMk cId="718308989" sldId="279"/>
            <ac:spMk id="5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6:53.038" v="750" actId="207"/>
          <ac:spMkLst>
            <pc:docMk/>
            <pc:sldMk cId="718308989" sldId="279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7:30.648" v="758" actId="114"/>
          <ac:spMkLst>
            <pc:docMk/>
            <pc:sldMk cId="718308989" sldId="279"/>
            <ac:spMk id="10" creationId="{6050F80E-98D2-43D6-9857-F73DC3227103}"/>
          </ac:spMkLst>
        </pc:spChg>
        <pc:spChg chg="add del">
          <ac:chgData name="Higor Silva" userId="4900a7dd34babdab" providerId="LiveId" clId="{20DACF17-333A-4221-9142-3EA4BFFDA9FC}" dt="2026-06-08T13:57:17.024" v="752"/>
          <ac:spMkLst>
            <pc:docMk/>
            <pc:sldMk cId="718308989" sldId="279"/>
            <ac:spMk id="11" creationId="{7AFCA1C6-E1E8-4E8D-9198-E04469F9FE71}"/>
          </ac:spMkLst>
        </pc:spChg>
      </pc:sldChg>
      <pc:sldChg chg="modSp add mod">
        <pc:chgData name="Higor Silva" userId="4900a7dd34babdab" providerId="LiveId" clId="{20DACF17-333A-4221-9142-3EA4BFFDA9FC}" dt="2026-06-08T13:59:28.959" v="796" actId="114"/>
        <pc:sldMkLst>
          <pc:docMk/>
          <pc:sldMk cId="2409719826" sldId="280"/>
        </pc:sldMkLst>
        <pc:spChg chg="mod">
          <ac:chgData name="Higor Silva" userId="4900a7dd34babdab" providerId="LiveId" clId="{20DACF17-333A-4221-9142-3EA4BFFDA9FC}" dt="2026-06-08T13:57:53.917" v="770" actId="20577"/>
          <ac:spMkLst>
            <pc:docMk/>
            <pc:sldMk cId="2409719826" sldId="280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8:02.692" v="787" actId="20577"/>
          <ac:spMkLst>
            <pc:docMk/>
            <pc:sldMk cId="2409719826" sldId="280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8:40.747" v="792" actId="207"/>
          <ac:spMkLst>
            <pc:docMk/>
            <pc:sldMk cId="2409719826" sldId="280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3:59:28.959" v="796" actId="114"/>
          <ac:spMkLst>
            <pc:docMk/>
            <pc:sldMk cId="2409719826" sldId="280"/>
            <ac:spMk id="10" creationId="{6050F80E-98D2-43D6-9857-F73DC3227103}"/>
          </ac:spMkLst>
        </pc:spChg>
      </pc:sldChg>
      <pc:sldChg chg="modSp add mod">
        <pc:chgData name="Higor Silva" userId="4900a7dd34babdab" providerId="LiveId" clId="{20DACF17-333A-4221-9142-3EA4BFFDA9FC}" dt="2026-06-08T14:02:27.259" v="854" actId="14100"/>
        <pc:sldMkLst>
          <pc:docMk/>
          <pc:sldMk cId="2436276614" sldId="281"/>
        </pc:sldMkLst>
        <pc:spChg chg="mod">
          <ac:chgData name="Higor Silva" userId="4900a7dd34babdab" providerId="LiveId" clId="{20DACF17-333A-4221-9142-3EA4BFFDA9FC}" dt="2026-06-08T14:00:01.662" v="805" actId="20577"/>
          <ac:spMkLst>
            <pc:docMk/>
            <pc:sldMk cId="2436276614" sldId="281"/>
            <ac:spMk id="2" creationId="{00000000-0000-0000-0000-000000000000}"/>
          </ac:spMkLst>
        </pc:spChg>
        <pc:spChg chg="mod">
          <ac:chgData name="Higor Silva" userId="4900a7dd34babdab" providerId="LiveId" clId="{20DACF17-333A-4221-9142-3EA4BFFDA9FC}" dt="2026-06-08T14:00:24.684" v="837" actId="20577"/>
          <ac:spMkLst>
            <pc:docMk/>
            <pc:sldMk cId="2436276614" sldId="281"/>
            <ac:spMk id="3" creationId="{00000000-0000-0000-0000-000000000000}"/>
          </ac:spMkLst>
        </pc:spChg>
        <pc:spChg chg="mod">
          <ac:chgData name="Higor Silva" userId="4900a7dd34babdab" providerId="LiveId" clId="{20DACF17-333A-4221-9142-3EA4BFFDA9FC}" dt="2026-06-08T14:01:42.926" v="846" actId="207"/>
          <ac:spMkLst>
            <pc:docMk/>
            <pc:sldMk cId="2436276614" sldId="281"/>
            <ac:spMk id="9" creationId="{00000000-0000-0000-0000-000000000000}"/>
          </ac:spMkLst>
        </pc:spChg>
        <pc:spChg chg="mod">
          <ac:chgData name="Higor Silva" userId="4900a7dd34babdab" providerId="LiveId" clId="{20DACF17-333A-4221-9142-3EA4BFFDA9FC}" dt="2026-06-08T14:02:27.259" v="854" actId="14100"/>
          <ac:spMkLst>
            <pc:docMk/>
            <pc:sldMk cId="2436276614" sldId="281"/>
            <ac:spMk id="10" creationId="{6050F80E-98D2-43D6-9857-F73DC32271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47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48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1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13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31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48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84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27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 </a:t>
            </a: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JAVASCRIPT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721" y="1463040"/>
            <a:ext cx="914227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4ADE80"/>
                </a:solidFill>
                <a:latin typeface="Arial Black" pitchFamily="34" charset="0"/>
              </a:rPr>
              <a:t>Lógica do Formulário de Cadastro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dados, manipulação de objetos e localStorage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Foco da Aula?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19"/>
            <a:ext cx="45720" cy="2431199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19"/>
            <a:ext cx="5943600" cy="2431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é o script mais enxuto do nosso projeto, mas ele é poderoso. Vamos introduzir conceitos novos e fundamentais para o desenvolvimento web moderno.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inteligente de dados de formulário.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do operador spread (</a:t>
            </a:r>
            <a:r>
              <a:rPr lang="en-US" sz="13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  <a:p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IDs automáticos.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INICIALIZAÇÃO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Atualizando o Carrinho (IIFE)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910385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5310554" cy="1641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atualizarValorCarrinho = (() =&gt; 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.querySelector(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".cart-count"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).textContent = (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.parse(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.getItem(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"carrinho"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)) || []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).length;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})();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padrão </a:t>
            </a: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IIFE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(Immediately Invoked Function Expression) significa que a função é definida e executada no mesmo instante. Usamos isso para atualizar o ícone do carrinho com os itens salvos logo que a página carrega. O </a:t>
            </a: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| [ ]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erros caso o carrinho esteja vazio.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Interceptando o Envio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2286000" y="1940336"/>
            <a:ext cx="5310554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salvarProduto = (event) =&gt; 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event.preventDefault();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// lógica de salvamento...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event.preventDefault()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linha mais importante de um formulário com JavaScript. Ele impede o comportamento padrão do navegador (que seria recarregar a página). Sem ele, a página piscaria e perderíamos os dados antes mesmo de salvá-los!</a:t>
            </a:r>
          </a:p>
        </p:txBody>
      </p:sp>
    </p:spTree>
    <p:extLst>
      <p:ext uri="{BB962C8B-B14F-4D97-AF65-F5344CB8AC3E}">
        <p14:creationId xmlns:p14="http://schemas.microsoft.com/office/powerpoint/2010/main" val="389708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PREPARAÇÃO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Lendo Dados Existentes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=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.parse(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.getItem(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"produtos"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| | 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"{}"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salvar um novo produto, precisamos resgatar os que já existem. O uso do </a:t>
            </a: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| "{}"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trava de segurança crucial: se não houver nada salvo no localStorage, 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JSON.parse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um objeto vazio em vez de um valor nulo, evitando a quebra da aplicação.</a:t>
            </a:r>
          </a:p>
        </p:txBody>
      </p:sp>
    </p:spTree>
    <p:extLst>
      <p:ext uri="{BB962C8B-B14F-4D97-AF65-F5344CB8AC3E}">
        <p14:creationId xmlns:p14="http://schemas.microsoft.com/office/powerpoint/2010/main" val="99389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CAPTURA INTELIGENTE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O Poder do FormData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=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.fromEntries(</a:t>
            </a:r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FormData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(event.target)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capturar cada campo manualmente, fazemos tudo de uma vez. 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event.target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o formulário. 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FormData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lê o atributo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todos os inputs, e 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Object.fromEntries()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 tudo em um objeto JavaScript limpo e pronto para uso.</a:t>
            </a:r>
          </a:p>
        </p:txBody>
      </p:sp>
    </p:spTree>
    <p:extLst>
      <p:ext uri="{BB962C8B-B14F-4D97-AF65-F5344CB8AC3E}">
        <p14:creationId xmlns:p14="http://schemas.microsoft.com/office/powerpoint/2010/main" val="150220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IDENTIFICAÇÃO ÚNICA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Gerando o ID do Produto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getId = () =&gt; 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 =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parseInt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.nextId || 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.setItem(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"nextId"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`${id + </a:t>
            </a:r>
            <a:r>
              <a:rPr lang="pt-BR" sz="14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}`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gerar um ID único e crescente, lemos o último número usado no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uso do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parseInt()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obrigatório aqui, pois o localStorage sempre guarda informações em formato de texto (string) e precisamos fazer cálculos matemáticos (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+ 1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5956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OPERADOR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O Operador Spread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2602523" y="1940336"/>
            <a:ext cx="499403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produtos[id] = {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id, ...dados };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operador spread </a:t>
            </a: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(...)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copia automaticamente todas as propriedades que capturamos do formulário (nome, preço, foto, etc.) e as "espalha" para dentro do novo objeto do produto. É muito mais prático do que digitar campo por campo!</a:t>
            </a:r>
          </a:p>
        </p:txBody>
      </p:sp>
    </p:spTree>
    <p:extLst>
      <p:ext uri="{BB962C8B-B14F-4D97-AF65-F5344CB8AC3E}">
        <p14:creationId xmlns:p14="http://schemas.microsoft.com/office/powerpoint/2010/main" val="400040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FINALIZAÇÃO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Salvando e Limpando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.setItem(</a:t>
            </a:r>
            <a:r>
              <a:rPr lang="pt-BR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"produtos"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.stringify(produtos));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event.target.reset();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Convertendo nosso objeto atualizado para texto com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JSON.stringify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salvamos no banco do navegador. Logo em seguida, chamamos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.reset()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um método nativo que limpa todos os campos da tela de uma só vez.</a:t>
            </a:r>
          </a:p>
        </p:txBody>
      </p:sp>
    </p:spTree>
    <p:extLst>
      <p:ext uri="{BB962C8B-B14F-4D97-AF65-F5344CB8AC3E}">
        <p14:creationId xmlns:p14="http://schemas.microsoft.com/office/powerpoint/2010/main" val="71830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EXPERIÊNCIA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Rolagem Suave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window.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scrollTo({ </a:t>
            </a:r>
            <a:r>
              <a:rPr lang="en-US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"smooth" 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});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notificar();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537774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garantir uma boa experiência de navegação, rolamos a página de volta ao topo de forma animada (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behavior: "smooth"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chamamos a função que exibirá o aviso de sucesso para o usuário.</a:t>
            </a:r>
          </a:p>
        </p:txBody>
      </p:sp>
    </p:spTree>
    <p:extLst>
      <p:ext uri="{BB962C8B-B14F-4D97-AF65-F5344CB8AC3E}">
        <p14:creationId xmlns:p14="http://schemas.microsoft.com/office/powerpoint/2010/main" val="240971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FEEDBACK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A Função Notificar (Toast)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pt-BR" sz="900" noProof="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627833" y="1940336"/>
            <a:ext cx="5968721" cy="17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notificar = () =&gt; {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noProof="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toast = </a:t>
            </a:r>
            <a:r>
              <a:rPr lang="en-US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.querySelector(</a:t>
            </a:r>
            <a:r>
              <a:rPr lang="en-US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".toast"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toast.classList.add(</a:t>
            </a:r>
            <a:r>
              <a:rPr lang="en-US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"mostrar"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(() =&gt; {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toast.classList.remove(</a:t>
            </a:r>
            <a:r>
              <a:rPr lang="en-US" sz="1400" noProof="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"mostrar"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}, </a:t>
            </a:r>
            <a:r>
              <a:rPr lang="en-US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en-US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};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6050F80E-98D2-43D6-9857-F73DC3227103}"/>
              </a:ext>
            </a:extLst>
          </p:cNvPr>
          <p:cNvSpPr/>
          <p:nvPr/>
        </p:nvSpPr>
        <p:spPr>
          <a:xfrm>
            <a:off x="884254" y="3726181"/>
            <a:ext cx="7264960" cy="909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Adicionamos a classe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fazer o aviso aparecer na tela. Usamos 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aguardar 3000 milissegundos (3 segundos) e remover a classe automaticamente, fazendo a notificação sumir sem intervenção do usuário.</a:t>
            </a:r>
          </a:p>
        </p:txBody>
      </p:sp>
    </p:spTree>
    <p:extLst>
      <p:ext uri="{BB962C8B-B14F-4D97-AF65-F5344CB8AC3E}">
        <p14:creationId xmlns:p14="http://schemas.microsoft.com/office/powerpoint/2010/main" val="243627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481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</a:t>
            </a:r>
          </a:p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E</a:t>
            </a:r>
          </a:p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</a:rPr>
              <a:t>Desafio</a:t>
            </a:r>
            <a:endParaRPr lang="pt-BR" sz="30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 flipH="1">
            <a:off x="2662975" y="1076287"/>
            <a:ext cx="45719" cy="272199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E57B18-E019-4736-9547-8A6E407F53CE}"/>
              </a:ext>
            </a:extLst>
          </p:cNvPr>
          <p:cNvSpPr txBox="1"/>
          <p:nvPr/>
        </p:nvSpPr>
        <p:spPr>
          <a:xfrm>
            <a:off x="2775372" y="992283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 e Prática</a:t>
            </a:r>
            <a:endParaRPr lang="pt-BR" sz="2600" noProof="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B6DEED-F2A3-40A7-BB9E-AA0A7BF7FB49}"/>
              </a:ext>
            </a:extLst>
          </p:cNvPr>
          <p:cNvSpPr txBox="1"/>
          <p:nvPr/>
        </p:nvSpPr>
        <p:spPr>
          <a:xfrm>
            <a:off x="2708696" y="2744295"/>
            <a:ext cx="61539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Impedir que um produto seja salvo se o preço for negativo ou zerado.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um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console.log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salvar para inspecionar os dados capturados.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Exibir um pequeno resumo visual do produto na tela logo após salvar.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um pop-up de confirmação antes de limpar o formulário.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B8DAA4-164B-4C91-A7B0-DE279F731CB9}"/>
              </a:ext>
            </a:extLst>
          </p:cNvPr>
          <p:cNvSpPr txBox="1"/>
          <p:nvPr/>
        </p:nvSpPr>
        <p:spPr>
          <a:xfrm>
            <a:off x="2775372" y="1615501"/>
            <a:ext cx="48933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Entendemos funções IIFE,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preventDefault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 no envio, captura de dados com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FormData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, operador spread, conversão numérica com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parseInt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 e o método 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.reset()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endParaRPr lang="pt-BR" sz="1400" dirty="0">
              <a:solidFill>
                <a:srgbClr val="A8A8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b="1" dirty="0">
                <a:solidFill>
                  <a:srgbClr val="A8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Missão do Aluno: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1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906</Words>
  <Application>Microsoft Office PowerPoint</Application>
  <PresentationFormat>Apresentação na tela (16:9)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Higor Claro</dc:creator>
  <cp:lastModifiedBy>Higor  Claro</cp:lastModifiedBy>
  <cp:revision>36</cp:revision>
  <dcterms:created xsi:type="dcterms:W3CDTF">2026-05-09T09:39:54Z</dcterms:created>
  <dcterms:modified xsi:type="dcterms:W3CDTF">2026-06-08T14:49:07Z</dcterms:modified>
</cp:coreProperties>
</file>