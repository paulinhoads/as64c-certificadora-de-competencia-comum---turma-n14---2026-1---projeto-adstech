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000"/>
    <a:srgbClr val="8B0768"/>
    <a:srgbClr val="F00A93"/>
    <a:srgbClr val="F5F945"/>
    <a:srgbClr val="0267B0"/>
    <a:srgbClr val="FF1515"/>
    <a:srgbClr val="61ECFB"/>
    <a:srgbClr val="836496"/>
    <a:srgbClr val="FCD2E4"/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66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gor Silva" userId="4900a7dd34babdab" providerId="LiveId" clId="{CA318CC6-5760-4A46-BAA4-7E8F5DCF5B91}"/>
    <pc:docChg chg="undo redo custSel addSld delSld modSld sldOrd">
      <pc:chgData name="Higor Silva" userId="4900a7dd34babdab" providerId="LiveId" clId="{CA318CC6-5760-4A46-BAA4-7E8F5DCF5B91}" dt="2026-06-08T14:48:52.520" v="1324" actId="20577"/>
      <pc:docMkLst>
        <pc:docMk/>
      </pc:docMkLst>
      <pc:sldChg chg="modSp mod">
        <pc:chgData name="Higor Silva" userId="4900a7dd34babdab" providerId="LiveId" clId="{CA318CC6-5760-4A46-BAA4-7E8F5DCF5B91}" dt="2026-06-08T14:48:52.520" v="1324" actId="20577"/>
        <pc:sldMkLst>
          <pc:docMk/>
          <pc:sldMk cId="0" sldId="256"/>
        </pc:sldMkLst>
        <pc:spChg chg="mod">
          <ac:chgData name="Higor Silva" userId="4900a7dd34babdab" providerId="LiveId" clId="{CA318CC6-5760-4A46-BAA4-7E8F5DCF5B91}" dt="2026-06-08T14:48:52.520" v="132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6:57.870" v="41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7:23.173" v="46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Higor Silva" userId="4900a7dd34babdab" providerId="LiveId" clId="{CA318CC6-5760-4A46-BAA4-7E8F5DCF5B91}" dt="2026-06-08T12:58:47.234" v="548" actId="403"/>
        <pc:sldMkLst>
          <pc:docMk/>
          <pc:sldMk cId="0" sldId="258"/>
        </pc:sldMkLst>
        <pc:spChg chg="mod">
          <ac:chgData name="Higor Silva" userId="4900a7dd34babdab" providerId="LiveId" clId="{CA318CC6-5760-4A46-BAA4-7E8F5DCF5B91}" dt="2026-06-08T12:58:47.234" v="548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9:37.935" v="101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48:34.409" v="193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48:21.103" v="187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9:44.190" v="104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48:29.327" v="192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48:29.327" v="192" actId="1035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Higor Silva" userId="4900a7dd34babdab" providerId="LiveId" clId="{CA318CC6-5760-4A46-BAA4-7E8F5DCF5B91}" dt="2026-06-08T12:48:05.655" v="179"/>
          <ac:spMkLst>
            <pc:docMk/>
            <pc:sldMk cId="0" sldId="258"/>
            <ac:spMk id="11" creationId="{D2B383F5-EE78-4C91-AB2C-2A0B3B63C965}"/>
          </ac:spMkLst>
        </pc:spChg>
        <pc:spChg chg="add del">
          <ac:chgData name="Higor Silva" userId="4900a7dd34babdab" providerId="LiveId" clId="{CA318CC6-5760-4A46-BAA4-7E8F5DCF5B91}" dt="2026-06-08T12:47:27.411" v="158"/>
          <ac:spMkLst>
            <pc:docMk/>
            <pc:sldMk cId="0" sldId="258"/>
            <ac:spMk id="12" creationId="{A08BA66D-A17A-442A-A4DC-28CFDA00EB45}"/>
          </ac:spMkLst>
        </pc:spChg>
        <pc:spChg chg="add del mod">
          <ac:chgData name="Higor Silva" userId="4900a7dd34babdab" providerId="LiveId" clId="{CA318CC6-5760-4A46-BAA4-7E8F5DCF5B91}" dt="2026-06-08T12:47:27.021" v="157"/>
          <ac:spMkLst>
            <pc:docMk/>
            <pc:sldMk cId="0" sldId="258"/>
            <ac:spMk id="13" creationId="{FF2B0E3A-CF3E-43AA-867A-8F88AC149CE1}"/>
          </ac:spMkLst>
        </pc:spChg>
        <pc:spChg chg="add del">
          <ac:chgData name="Higor Silva" userId="4900a7dd34babdab" providerId="LiveId" clId="{CA318CC6-5760-4A46-BAA4-7E8F5DCF5B91}" dt="2026-06-08T12:47:53.082" v="174"/>
          <ac:spMkLst>
            <pc:docMk/>
            <pc:sldMk cId="0" sldId="258"/>
            <ac:spMk id="14" creationId="{F781BC78-C4B0-4ABF-A7AC-6015E7C640A0}"/>
          </ac:spMkLst>
        </pc:spChg>
      </pc:sldChg>
      <pc:sldChg chg="delSp modSp mod">
        <pc:chgData name="Higor Silva" userId="4900a7dd34babdab" providerId="LiveId" clId="{CA318CC6-5760-4A46-BAA4-7E8F5DCF5B91}" dt="2026-06-08T12:38:29.476" v="76" actId="14100"/>
        <pc:sldMkLst>
          <pc:docMk/>
          <pc:sldMk cId="0" sldId="259"/>
        </pc:sldMkLst>
        <pc:spChg chg="mod">
          <ac:chgData name="Higor Silva" userId="4900a7dd34babdab" providerId="LiveId" clId="{CA318CC6-5760-4A46-BAA4-7E8F5DCF5B91}" dt="2026-06-08T12:37:44.222" v="64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8:29.476" v="76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38:20.245" v="75" actId="403"/>
          <ac:spMkLst>
            <pc:docMk/>
            <pc:sldMk cId="0" sldId="259"/>
            <ac:spMk id="9" creationId="{00000000-0000-0000-0000-000000000000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16" creationId="{B362F163-EC7B-4F81-9334-17E0A5E587B5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17" creationId="{D41395B6-36C8-4457-A978-E55FCA53DB33}"/>
          </ac:spMkLst>
        </pc:spChg>
        <pc:spChg chg="del">
          <ac:chgData name="Higor Silva" userId="4900a7dd34babdab" providerId="LiveId" clId="{CA318CC6-5760-4A46-BAA4-7E8F5DCF5B91}" dt="2026-06-08T12:38:05.621" v="70" actId="478"/>
          <ac:spMkLst>
            <pc:docMk/>
            <pc:sldMk cId="0" sldId="259"/>
            <ac:spMk id="20" creationId="{52F53136-2D45-4650-85A9-BB70779C87C3}"/>
          </ac:spMkLst>
        </pc:spChg>
        <pc:spChg chg="del">
          <ac:chgData name="Higor Silva" userId="4900a7dd34babdab" providerId="LiveId" clId="{CA318CC6-5760-4A46-BAA4-7E8F5DCF5B91}" dt="2026-06-08T12:38:05.621" v="70" actId="478"/>
          <ac:spMkLst>
            <pc:docMk/>
            <pc:sldMk cId="0" sldId="259"/>
            <ac:spMk id="21" creationId="{C9500E7E-4DBB-4930-8EE7-E44E62AA8028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22" creationId="{E6593095-9F2C-4B2D-8EAD-1D8526FFBD7C}"/>
          </ac:spMkLst>
        </pc:spChg>
        <pc:spChg chg="del">
          <ac:chgData name="Higor Silva" userId="4900a7dd34babdab" providerId="LiveId" clId="{CA318CC6-5760-4A46-BAA4-7E8F5DCF5B91}" dt="2026-06-08T12:38:02.032" v="69" actId="478"/>
          <ac:spMkLst>
            <pc:docMk/>
            <pc:sldMk cId="0" sldId="259"/>
            <ac:spMk id="23" creationId="{44F95299-8EB6-45B8-AE11-CEBDA805BAC3}"/>
          </ac:spMkLst>
        </pc:spChg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0" sldId="261"/>
        </pc:sldMkLst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2779444135" sldId="262"/>
        </pc:sldMkLst>
      </pc:sldChg>
      <pc:sldChg chg="addSp delSp modSp mod ord">
        <pc:chgData name="Higor Silva" userId="4900a7dd34babdab" providerId="LiveId" clId="{CA318CC6-5760-4A46-BAA4-7E8F5DCF5B91}" dt="2026-06-08T13:33:26.850" v="1322" actId="20577"/>
        <pc:sldMkLst>
          <pc:docMk/>
          <pc:sldMk cId="558422988" sldId="263"/>
        </pc:sldMkLst>
        <pc:spChg chg="add del">
          <ac:chgData name="Higor Silva" userId="4900a7dd34babdab" providerId="LiveId" clId="{CA318CC6-5760-4A46-BAA4-7E8F5DCF5B91}" dt="2026-06-08T13:24:55.645" v="1217"/>
          <ac:spMkLst>
            <pc:docMk/>
            <pc:sldMk cId="558422988" sldId="263"/>
            <ac:spMk id="4" creationId="{F8522F26-6A7E-4F2A-BB58-A9D3152335A0}"/>
          </ac:spMkLst>
        </pc:spChg>
        <pc:spChg chg="mod">
          <ac:chgData name="Higor Silva" userId="4900a7dd34babdab" providerId="LiveId" clId="{CA318CC6-5760-4A46-BAA4-7E8F5DCF5B91}" dt="2026-06-08T13:33:26.850" v="1322" actId="20577"/>
          <ac:spMkLst>
            <pc:docMk/>
            <pc:sldMk cId="558422988" sldId="263"/>
            <ac:spMk id="5" creationId="{78C27C0B-4544-5434-E99C-52DA6128D127}"/>
          </ac:spMkLst>
        </pc:spChg>
        <pc:spChg chg="mod">
          <ac:chgData name="Higor Silva" userId="4900a7dd34babdab" providerId="LiveId" clId="{CA318CC6-5760-4A46-BAA4-7E8F5DCF5B91}" dt="2026-06-08T13:26:16.394" v="1244" actId="1037"/>
          <ac:spMkLst>
            <pc:docMk/>
            <pc:sldMk cId="558422988" sldId="263"/>
            <ac:spMk id="7" creationId="{540153BF-D1E1-F56E-1A28-68759F7E8F9C}"/>
          </ac:spMkLst>
        </pc:spChg>
        <pc:spChg chg="mod">
          <ac:chgData name="Higor Silva" userId="4900a7dd34babdab" providerId="LiveId" clId="{CA318CC6-5760-4A46-BAA4-7E8F5DCF5B91}" dt="2026-06-08T13:31:07.744" v="1295" actId="14100"/>
          <ac:spMkLst>
            <pc:docMk/>
            <pc:sldMk cId="558422988" sldId="263"/>
            <ac:spMk id="8" creationId="{2417E69C-2518-A202-8A64-D3D6BBED6CB8}"/>
          </ac:spMkLst>
        </pc:spChg>
        <pc:spChg chg="mod">
          <ac:chgData name="Higor Silva" userId="4900a7dd34babdab" providerId="LiveId" clId="{CA318CC6-5760-4A46-BAA4-7E8F5DCF5B91}" dt="2026-06-08T13:30:59.918" v="1294" actId="14100"/>
          <ac:spMkLst>
            <pc:docMk/>
            <pc:sldMk cId="558422988" sldId="263"/>
            <ac:spMk id="9" creationId="{C9144C76-7115-10B5-0FE9-A5553005B623}"/>
          </ac:spMkLst>
        </pc:spChg>
        <pc:spChg chg="add del">
          <ac:chgData name="Higor Silva" userId="4900a7dd34babdab" providerId="LiveId" clId="{CA318CC6-5760-4A46-BAA4-7E8F5DCF5B91}" dt="2026-06-08T13:24:59.176" v="1220" actId="22"/>
          <ac:spMkLst>
            <pc:docMk/>
            <pc:sldMk cId="558422988" sldId="263"/>
            <ac:spMk id="11" creationId="{C48EF0B3-F2A8-41F9-8E93-5524FD03DEA1}"/>
          </ac:spMkLst>
        </pc:spChg>
        <pc:spChg chg="add del">
          <ac:chgData name="Higor Silva" userId="4900a7dd34babdab" providerId="LiveId" clId="{CA318CC6-5760-4A46-BAA4-7E8F5DCF5B91}" dt="2026-06-08T13:29:14.861" v="1270"/>
          <ac:spMkLst>
            <pc:docMk/>
            <pc:sldMk cId="558422988" sldId="263"/>
            <ac:spMk id="12" creationId="{A5F3C189-D060-49DA-8F39-52CD29157668}"/>
          </ac:spMkLst>
        </pc:spChg>
        <pc:spChg chg="add del">
          <ac:chgData name="Higor Silva" userId="4900a7dd34babdab" providerId="LiveId" clId="{CA318CC6-5760-4A46-BAA4-7E8F5DCF5B91}" dt="2026-06-08T13:30:01.306" v="1279"/>
          <ac:spMkLst>
            <pc:docMk/>
            <pc:sldMk cId="558422988" sldId="263"/>
            <ac:spMk id="13" creationId="{7054E1DF-A481-4E09-B796-91ECB8B54B64}"/>
          </ac:spMkLst>
        </pc:spChg>
        <pc:picChg chg="del">
          <ac:chgData name="Higor Silva" userId="4900a7dd34babdab" providerId="LiveId" clId="{CA318CC6-5760-4A46-BAA4-7E8F5DCF5B91}" dt="2026-06-08T13:24:41.466" v="1213" actId="478"/>
          <ac:picMkLst>
            <pc:docMk/>
            <pc:sldMk cId="558422988" sldId="263"/>
            <ac:picMk id="6" creationId="{7AA6A233-80E3-4A5C-8DCC-367DB63F4CFB}"/>
          </ac:picMkLst>
        </pc:picChg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3733101395" sldId="264"/>
        </pc:sldMkLst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4207001280" sldId="265"/>
        </pc:sldMkLst>
      </pc:sldChg>
      <pc:sldChg chg="addSp modSp mod ord">
        <pc:chgData name="Higor Silva" userId="4900a7dd34babdab" providerId="LiveId" clId="{CA318CC6-5760-4A46-BAA4-7E8F5DCF5B91}" dt="2026-06-08T12:52:45.503" v="322" actId="1036"/>
        <pc:sldMkLst>
          <pc:docMk/>
          <pc:sldMk cId="952070393" sldId="266"/>
        </pc:sldMkLst>
        <pc:spChg chg="mod">
          <ac:chgData name="Higor Silva" userId="4900a7dd34babdab" providerId="LiveId" clId="{CA318CC6-5760-4A46-BAA4-7E8F5DCF5B91}" dt="2026-06-08T12:49:13.767" v="239" actId="20577"/>
          <ac:spMkLst>
            <pc:docMk/>
            <pc:sldMk cId="952070393" sldId="266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1:39.935" v="285" actId="1035"/>
          <ac:spMkLst>
            <pc:docMk/>
            <pc:sldMk cId="952070393" sldId="266"/>
            <ac:spMk id="10" creationId="{1A49A77E-F167-4BBF-A2D4-95A7683FE367}"/>
          </ac:spMkLst>
        </pc:spChg>
        <pc:spChg chg="mod">
          <ac:chgData name="Higor Silva" userId="4900a7dd34babdab" providerId="LiveId" clId="{CA318CC6-5760-4A46-BAA4-7E8F5DCF5B91}" dt="2026-06-08T12:51:19.559" v="272" actId="1076"/>
          <ac:spMkLst>
            <pc:docMk/>
            <pc:sldMk cId="952070393" sldId="266"/>
            <ac:spMk id="12" creationId="{F93BE2AC-CCEB-4B3C-8763-B703AAD8186F}"/>
          </ac:spMkLst>
        </pc:spChg>
        <pc:spChg chg="add mod">
          <ac:chgData name="Higor Silva" userId="4900a7dd34babdab" providerId="LiveId" clId="{CA318CC6-5760-4A46-BAA4-7E8F5DCF5B91}" dt="2026-06-08T12:52:45.503" v="322" actId="1036"/>
          <ac:spMkLst>
            <pc:docMk/>
            <pc:sldMk cId="952070393" sldId="266"/>
            <ac:spMk id="13" creationId="{157D258F-B8A1-49AE-BA12-40F0C600B9D8}"/>
          </ac:spMkLst>
        </pc:spChg>
        <pc:spChg chg="mod">
          <ac:chgData name="Higor Silva" userId="4900a7dd34babdab" providerId="LiveId" clId="{CA318CC6-5760-4A46-BAA4-7E8F5DCF5B91}" dt="2026-06-08T12:52:38.906" v="291" actId="1076"/>
          <ac:spMkLst>
            <pc:docMk/>
            <pc:sldMk cId="952070393" sldId="266"/>
            <ac:spMk id="14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1:31.259" v="275" actId="403"/>
          <ac:spMkLst>
            <pc:docMk/>
            <pc:sldMk cId="952070393" sldId="266"/>
            <ac:spMk id="16" creationId="{00000000-0000-0000-0000-000000000000}"/>
          </ac:spMkLst>
        </pc:spChg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2157816945" sldId="267"/>
        </pc:sldMkLst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1046855314" sldId="268"/>
        </pc:sldMkLst>
      </pc:sldChg>
      <pc:sldChg chg="del">
        <pc:chgData name="Higor Silva" userId="4900a7dd34babdab" providerId="LiveId" clId="{CA318CC6-5760-4A46-BAA4-7E8F5DCF5B91}" dt="2026-06-08T13:24:11.722" v="1169" actId="2696"/>
        <pc:sldMkLst>
          <pc:docMk/>
          <pc:sldMk cId="26460688" sldId="269"/>
        </pc:sldMkLst>
      </pc:sldChg>
      <pc:sldChg chg="addSp delSp modSp add mod ord">
        <pc:chgData name="Higor Silva" userId="4900a7dd34babdab" providerId="LiveId" clId="{CA318CC6-5760-4A46-BAA4-7E8F5DCF5B91}" dt="2026-06-08T12:58:41.943" v="546" actId="403"/>
        <pc:sldMkLst>
          <pc:docMk/>
          <pc:sldMk cId="642433584" sldId="270"/>
        </pc:sldMkLst>
        <pc:spChg chg="mod">
          <ac:chgData name="Higor Silva" userId="4900a7dd34babdab" providerId="LiveId" clId="{CA318CC6-5760-4A46-BAA4-7E8F5DCF5B91}" dt="2026-06-08T12:58:41.943" v="546" actId="403"/>
          <ac:spMkLst>
            <pc:docMk/>
            <pc:sldMk cId="642433584" sldId="270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4:04.263" v="347" actId="20577"/>
          <ac:spMkLst>
            <pc:docMk/>
            <pc:sldMk cId="642433584" sldId="270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5:29.584" v="438" actId="20577"/>
          <ac:spMkLst>
            <pc:docMk/>
            <pc:sldMk cId="642433584" sldId="270"/>
            <ac:spMk id="9" creationId="{00000000-0000-0000-0000-000000000000}"/>
          </ac:spMkLst>
        </pc:spChg>
        <pc:spChg chg="add del">
          <ac:chgData name="Higor Silva" userId="4900a7dd34babdab" providerId="LiveId" clId="{CA318CC6-5760-4A46-BAA4-7E8F5DCF5B91}" dt="2026-06-08T12:55:42.515" v="440"/>
          <ac:spMkLst>
            <pc:docMk/>
            <pc:sldMk cId="642433584" sldId="270"/>
            <ac:spMk id="10" creationId="{E38BEB0C-BEED-432C-904F-CB5D2DB66AC7}"/>
          </ac:spMkLst>
        </pc:spChg>
        <pc:spChg chg="mod">
          <ac:chgData name="Higor Silva" userId="4900a7dd34babdab" providerId="LiveId" clId="{CA318CC6-5760-4A46-BAA4-7E8F5DCF5B91}" dt="2026-06-08T12:56:12.176" v="449" actId="114"/>
          <ac:spMkLst>
            <pc:docMk/>
            <pc:sldMk cId="642433584" sldId="270"/>
            <ac:spMk id="11" creationId="{D2B383F5-EE78-4C91-AB2C-2A0B3B63C965}"/>
          </ac:spMkLst>
        </pc:spChg>
      </pc:sldChg>
      <pc:sldChg chg="modSp add mod">
        <pc:chgData name="Higor Silva" userId="4900a7dd34babdab" providerId="LiveId" clId="{CA318CC6-5760-4A46-BAA4-7E8F5DCF5B91}" dt="2026-06-08T12:58:39.068" v="544" actId="403"/>
        <pc:sldMkLst>
          <pc:docMk/>
          <pc:sldMk cId="149121914" sldId="271"/>
        </pc:sldMkLst>
        <pc:spChg chg="mod">
          <ac:chgData name="Higor Silva" userId="4900a7dd34babdab" providerId="LiveId" clId="{CA318CC6-5760-4A46-BAA4-7E8F5DCF5B91}" dt="2026-06-08T12:58:39.068" v="544" actId="403"/>
          <ac:spMkLst>
            <pc:docMk/>
            <pc:sldMk cId="149121914" sldId="271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6:41.320" v="474" actId="20577"/>
          <ac:spMkLst>
            <pc:docMk/>
            <pc:sldMk cId="149121914" sldId="271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7:38.590" v="524" actId="207"/>
          <ac:spMkLst>
            <pc:docMk/>
            <pc:sldMk cId="149121914" sldId="271"/>
            <ac:spMk id="9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8:05.745" v="530" actId="114"/>
          <ac:spMkLst>
            <pc:docMk/>
            <pc:sldMk cId="149121914" sldId="271"/>
            <ac:spMk id="11" creationId="{D2B383F5-EE78-4C91-AB2C-2A0B3B63C965}"/>
          </ac:spMkLst>
        </pc:spChg>
      </pc:sldChg>
      <pc:sldChg chg="modSp add mod">
        <pc:chgData name="Higor Silva" userId="4900a7dd34babdab" providerId="LiveId" clId="{CA318CC6-5760-4A46-BAA4-7E8F5DCF5B91}" dt="2026-06-08T13:01:17.349" v="659" actId="114"/>
        <pc:sldMkLst>
          <pc:docMk/>
          <pc:sldMk cId="2177465064" sldId="272"/>
        </pc:sldMkLst>
        <pc:spChg chg="mod">
          <ac:chgData name="Higor Silva" userId="4900a7dd34babdab" providerId="LiveId" clId="{CA318CC6-5760-4A46-BAA4-7E8F5DCF5B91}" dt="2026-06-08T12:58:35.355" v="542" actId="403"/>
          <ac:spMkLst>
            <pc:docMk/>
            <pc:sldMk cId="2177465064" sldId="272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2:59:04.808" v="565" actId="20577"/>
          <ac:spMkLst>
            <pc:docMk/>
            <pc:sldMk cId="2177465064" sldId="272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00:43.017" v="653" actId="20577"/>
          <ac:spMkLst>
            <pc:docMk/>
            <pc:sldMk cId="2177465064" sldId="272"/>
            <ac:spMk id="9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01:17.349" v="659" actId="114"/>
          <ac:spMkLst>
            <pc:docMk/>
            <pc:sldMk cId="2177465064" sldId="272"/>
            <ac:spMk id="11" creationId="{D2B383F5-EE78-4C91-AB2C-2A0B3B63C965}"/>
          </ac:spMkLst>
        </pc:spChg>
      </pc:sldChg>
      <pc:sldChg chg="addSp delSp modSp add mod ord">
        <pc:chgData name="Higor Silva" userId="4900a7dd34babdab" providerId="LiveId" clId="{CA318CC6-5760-4A46-BAA4-7E8F5DCF5B91}" dt="2026-06-08T13:05:47.905" v="711" actId="404"/>
        <pc:sldMkLst>
          <pc:docMk/>
          <pc:sldMk cId="90207625" sldId="273"/>
        </pc:sldMkLst>
        <pc:spChg chg="add del">
          <ac:chgData name="Higor Silva" userId="4900a7dd34babdab" providerId="LiveId" clId="{CA318CC6-5760-4A46-BAA4-7E8F5DCF5B91}" dt="2026-06-08T13:02:53.231" v="691"/>
          <ac:spMkLst>
            <pc:docMk/>
            <pc:sldMk cId="90207625" sldId="273"/>
            <ac:spMk id="2" creationId="{9DF4D0A2-3337-49BA-95C1-96B4A575D399}"/>
          </ac:spMkLst>
        </pc:spChg>
        <pc:spChg chg="mod">
          <ac:chgData name="Higor Silva" userId="4900a7dd34babdab" providerId="LiveId" clId="{CA318CC6-5760-4A46-BAA4-7E8F5DCF5B91}" dt="2026-06-08T13:01:40.072" v="681" actId="20577"/>
          <ac:spMkLst>
            <pc:docMk/>
            <pc:sldMk cId="90207625" sldId="273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02:08.201" v="685" actId="207"/>
          <ac:spMkLst>
            <pc:docMk/>
            <pc:sldMk cId="90207625" sldId="273"/>
            <ac:spMk id="10" creationId="{1A49A77E-F167-4BBF-A2D4-95A7683FE367}"/>
          </ac:spMkLst>
        </pc:spChg>
        <pc:spChg chg="del">
          <ac:chgData name="Higor Silva" userId="4900a7dd34babdab" providerId="LiveId" clId="{CA318CC6-5760-4A46-BAA4-7E8F5DCF5B91}" dt="2026-06-08T13:02:34.441" v="687" actId="478"/>
          <ac:spMkLst>
            <pc:docMk/>
            <pc:sldMk cId="90207625" sldId="273"/>
            <ac:spMk id="12" creationId="{F93BE2AC-CCEB-4B3C-8763-B703AAD8186F}"/>
          </ac:spMkLst>
        </pc:spChg>
        <pc:spChg chg="add mod">
          <ac:chgData name="Higor Silva" userId="4900a7dd34babdab" providerId="LiveId" clId="{CA318CC6-5760-4A46-BAA4-7E8F5DCF5B91}" dt="2026-06-08T13:05:47.905" v="711" actId="404"/>
          <ac:spMkLst>
            <pc:docMk/>
            <pc:sldMk cId="90207625" sldId="273"/>
            <ac:spMk id="17" creationId="{1D63C368-4763-4AB9-ADBA-B0D02BA78111}"/>
          </ac:spMkLst>
        </pc:spChg>
      </pc:sldChg>
      <pc:sldChg chg="modSp add mod ord">
        <pc:chgData name="Higor Silva" userId="4900a7dd34babdab" providerId="LiveId" clId="{CA318CC6-5760-4A46-BAA4-7E8F5DCF5B91}" dt="2026-06-08T13:13:19.664" v="818" actId="20577"/>
        <pc:sldMkLst>
          <pc:docMk/>
          <pc:sldMk cId="498390277" sldId="274"/>
        </pc:sldMkLst>
        <pc:spChg chg="mod">
          <ac:chgData name="Higor Silva" userId="4900a7dd34babdab" providerId="LiveId" clId="{CA318CC6-5760-4A46-BAA4-7E8F5DCF5B91}" dt="2026-06-08T13:13:19.664" v="818" actId="20577"/>
          <ac:spMkLst>
            <pc:docMk/>
            <pc:sldMk cId="498390277" sldId="274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1:07.208" v="745" actId="114"/>
          <ac:spMkLst>
            <pc:docMk/>
            <pc:sldMk cId="498390277" sldId="274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2:14.834" v="804" actId="20577"/>
          <ac:spMkLst>
            <pc:docMk/>
            <pc:sldMk cId="498390277" sldId="274"/>
            <ac:spMk id="9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2:50.663" v="810" actId="113"/>
          <ac:spMkLst>
            <pc:docMk/>
            <pc:sldMk cId="498390277" sldId="274"/>
            <ac:spMk id="11" creationId="{D2B383F5-EE78-4C91-AB2C-2A0B3B63C965}"/>
          </ac:spMkLst>
        </pc:spChg>
      </pc:sldChg>
      <pc:sldChg chg="add del ord">
        <pc:chgData name="Higor Silva" userId="4900a7dd34babdab" providerId="LiveId" clId="{CA318CC6-5760-4A46-BAA4-7E8F5DCF5B91}" dt="2026-06-08T13:10:00.025" v="715" actId="2696"/>
        <pc:sldMkLst>
          <pc:docMk/>
          <pc:sldMk cId="1252764632" sldId="274"/>
        </pc:sldMkLst>
      </pc:sldChg>
      <pc:sldChg chg="addSp delSp modSp add mod">
        <pc:chgData name="Higor Silva" userId="4900a7dd34babdab" providerId="LiveId" clId="{CA318CC6-5760-4A46-BAA4-7E8F5DCF5B91}" dt="2026-06-08T13:23:29.361" v="1162" actId="1035"/>
        <pc:sldMkLst>
          <pc:docMk/>
          <pc:sldMk cId="1619309325" sldId="275"/>
        </pc:sldMkLst>
        <pc:spChg chg="mod">
          <ac:chgData name="Higor Silva" userId="4900a7dd34babdab" providerId="LiveId" clId="{CA318CC6-5760-4A46-BAA4-7E8F5DCF5B91}" dt="2026-06-08T13:17:52.561" v="935" actId="20577"/>
          <ac:spMkLst>
            <pc:docMk/>
            <pc:sldMk cId="1619309325" sldId="275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4:05.529" v="852" actId="20577"/>
          <ac:spMkLst>
            <pc:docMk/>
            <pc:sldMk cId="1619309325" sldId="275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5:03.423" v="896" actId="207"/>
          <ac:spMkLst>
            <pc:docMk/>
            <pc:sldMk cId="1619309325" sldId="275"/>
            <ac:spMk id="9" creationId="{00000000-0000-0000-0000-000000000000}"/>
          </ac:spMkLst>
        </pc:spChg>
        <pc:spChg chg="add del">
          <ac:chgData name="Higor Silva" userId="4900a7dd34babdab" providerId="LiveId" clId="{CA318CC6-5760-4A46-BAA4-7E8F5DCF5B91}" dt="2026-06-08T13:16:12.580" v="898"/>
          <ac:spMkLst>
            <pc:docMk/>
            <pc:sldMk cId="1619309325" sldId="275"/>
            <ac:spMk id="10" creationId="{1C2CE8B7-DB99-4FA1-B8FB-9DED6C2E7CBE}"/>
          </ac:spMkLst>
        </pc:spChg>
        <pc:spChg chg="mod">
          <ac:chgData name="Higor Silva" userId="4900a7dd34babdab" providerId="LiveId" clId="{CA318CC6-5760-4A46-BAA4-7E8F5DCF5B91}" dt="2026-06-08T13:23:29.361" v="1162" actId="1035"/>
          <ac:spMkLst>
            <pc:docMk/>
            <pc:sldMk cId="1619309325" sldId="275"/>
            <ac:spMk id="11" creationId="{D2B383F5-EE78-4C91-AB2C-2A0B3B63C965}"/>
          </ac:spMkLst>
        </pc:spChg>
        <pc:spChg chg="add del">
          <ac:chgData name="Higor Silva" userId="4900a7dd34babdab" providerId="LiveId" clId="{CA318CC6-5760-4A46-BAA4-7E8F5DCF5B91}" dt="2026-06-08T13:16:31.541" v="906"/>
          <ac:spMkLst>
            <pc:docMk/>
            <pc:sldMk cId="1619309325" sldId="275"/>
            <ac:spMk id="12" creationId="{42F96488-21BB-4B92-A7DA-068F343C2560}"/>
          </ac:spMkLst>
        </pc:spChg>
      </pc:sldChg>
      <pc:sldChg chg="modSp add del mod ord">
        <pc:chgData name="Higor Silva" userId="4900a7dd34babdab" providerId="LiveId" clId="{CA318CC6-5760-4A46-BAA4-7E8F5DCF5B91}" dt="2026-06-08T13:13:53.641" v="837" actId="2696"/>
        <pc:sldMkLst>
          <pc:docMk/>
          <pc:sldMk cId="2034151329" sldId="275"/>
        </pc:sldMkLst>
        <pc:spChg chg="mod">
          <ac:chgData name="Higor Silva" userId="4900a7dd34babdab" providerId="LiveId" clId="{CA318CC6-5760-4A46-BAA4-7E8F5DCF5B91}" dt="2026-06-08T13:13:28.433" v="832" actId="20577"/>
          <ac:spMkLst>
            <pc:docMk/>
            <pc:sldMk cId="2034151329" sldId="275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3:44.303" v="836" actId="14100"/>
          <ac:spMkLst>
            <pc:docMk/>
            <pc:sldMk cId="2034151329" sldId="275"/>
            <ac:spMk id="10" creationId="{1A49A77E-F167-4BBF-A2D4-95A7683FE367}"/>
          </ac:spMkLst>
        </pc:spChg>
        <pc:spChg chg="mod">
          <ac:chgData name="Higor Silva" userId="4900a7dd34babdab" providerId="LiveId" clId="{CA318CC6-5760-4A46-BAA4-7E8F5DCF5B91}" dt="2026-06-08T13:13:41.466" v="835" actId="14100"/>
          <ac:spMkLst>
            <pc:docMk/>
            <pc:sldMk cId="2034151329" sldId="275"/>
            <ac:spMk id="11" creationId="{002C454E-F905-4E55-A20E-272E1613829C}"/>
          </ac:spMkLst>
        </pc:spChg>
        <pc:spChg chg="mod">
          <ac:chgData name="Higor Silva" userId="4900a7dd34babdab" providerId="LiveId" clId="{CA318CC6-5760-4A46-BAA4-7E8F5DCF5B91}" dt="2026-06-08T13:13:36.995" v="833" actId="14100"/>
          <ac:spMkLst>
            <pc:docMk/>
            <pc:sldMk cId="2034151329" sldId="275"/>
            <ac:spMk id="14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3:36.995" v="833" actId="14100"/>
          <ac:spMkLst>
            <pc:docMk/>
            <pc:sldMk cId="2034151329" sldId="275"/>
            <ac:spMk id="15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3:36.995" v="833" actId="14100"/>
          <ac:spMkLst>
            <pc:docMk/>
            <pc:sldMk cId="2034151329" sldId="275"/>
            <ac:spMk id="16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3:41.466" v="835" actId="14100"/>
          <ac:spMkLst>
            <pc:docMk/>
            <pc:sldMk cId="2034151329" sldId="275"/>
            <ac:spMk id="17" creationId="{1D63C368-4763-4AB9-ADBA-B0D02BA78111}"/>
          </ac:spMkLst>
        </pc:spChg>
      </pc:sldChg>
      <pc:sldChg chg="modSp add mod">
        <pc:chgData name="Higor Silva" userId="4900a7dd34babdab" providerId="LiveId" clId="{CA318CC6-5760-4A46-BAA4-7E8F5DCF5B91}" dt="2026-06-08T13:23:38.153" v="1166" actId="1035"/>
        <pc:sldMkLst>
          <pc:docMk/>
          <pc:sldMk cId="1565001710" sldId="276"/>
        </pc:sldMkLst>
        <pc:spChg chg="mod">
          <ac:chgData name="Higor Silva" userId="4900a7dd34babdab" providerId="LiveId" clId="{CA318CC6-5760-4A46-BAA4-7E8F5DCF5B91}" dt="2026-06-08T13:17:47.625" v="930" actId="20577"/>
          <ac:spMkLst>
            <pc:docMk/>
            <pc:sldMk cId="1565001710" sldId="276"/>
            <ac:spMk id="2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8:03.753" v="960" actId="20577"/>
          <ac:spMkLst>
            <pc:docMk/>
            <pc:sldMk cId="1565001710" sldId="276"/>
            <ac:spMk id="3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18:53.453" v="981" actId="14100"/>
          <ac:spMkLst>
            <pc:docMk/>
            <pc:sldMk cId="1565001710" sldId="276"/>
            <ac:spMk id="5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23:38.153" v="1166" actId="1035"/>
          <ac:spMkLst>
            <pc:docMk/>
            <pc:sldMk cId="1565001710" sldId="276"/>
            <ac:spMk id="8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21:38.050" v="1107" actId="20577"/>
          <ac:spMkLst>
            <pc:docMk/>
            <pc:sldMk cId="1565001710" sldId="276"/>
            <ac:spMk id="9" creationId="{00000000-0000-0000-0000-000000000000}"/>
          </ac:spMkLst>
        </pc:spChg>
        <pc:spChg chg="mod">
          <ac:chgData name="Higor Silva" userId="4900a7dd34babdab" providerId="LiveId" clId="{CA318CC6-5760-4A46-BAA4-7E8F5DCF5B91}" dt="2026-06-08T13:23:33.665" v="1164" actId="1035"/>
          <ac:spMkLst>
            <pc:docMk/>
            <pc:sldMk cId="1565001710" sldId="276"/>
            <ac:spMk id="11" creationId="{D2B383F5-EE78-4C91-AB2C-2A0B3B63C9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9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52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70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22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68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9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7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5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3C670-D1C3-A649-613F-1573B333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8CB4A7-F576-B8C7-2EE5-412ADB045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CBAF-F7DE-181D-D07B-47F3C7A1F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9C7B2-D28B-B8FB-3361-A396EC300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3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02  </a:t>
            </a: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CSS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721" y="1463040"/>
            <a:ext cx="9142279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4ADE80"/>
                </a:solidFill>
                <a:latin typeface="Arial Black" pitchFamily="34" charset="0"/>
              </a:rPr>
              <a:t>Estilização do Formulário de Cadastro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enxuto para campos consistentes e acessíveis.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87168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0" y="1645920"/>
            <a:ext cx="24871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</a:t>
            </a:r>
            <a:endParaRPr lang="pt-BR" sz="3000" noProof="0" dirty="0"/>
          </a:p>
        </p:txBody>
      </p:sp>
      <p:sp>
        <p:nvSpPr>
          <p:cNvPr id="7" name="Text 5"/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Foco da Aula</a:t>
            </a:r>
            <a:endParaRPr lang="pt-BR" sz="2600" noProof="0" dirty="0"/>
          </a:p>
        </p:txBody>
      </p:sp>
      <p:sp>
        <p:nvSpPr>
          <p:cNvPr id="8" name="Shape 6"/>
          <p:cNvSpPr/>
          <p:nvPr/>
        </p:nvSpPr>
        <p:spPr>
          <a:xfrm flipH="1">
            <a:off x="2697477" y="1645920"/>
            <a:ext cx="45719" cy="675249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2816352" y="1645920"/>
            <a:ext cx="5943600" cy="13484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40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CSS do formulário é o mais enxuto de todo o projeto. Possui poucos seletores, mas foca em detalhes cruciais sobre como estilizar campos de entrada de forma consistente e com boa acessibilidade.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Estrutura do Container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.form-container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max-width: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500px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margin: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background-color: </a:t>
            </a:r>
            <a:r>
              <a:rPr lang="pt-BR" sz="14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(--surface);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padding: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2rem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border-radius: </a:t>
            </a:r>
            <a:r>
              <a:rPr lang="pt-BR" sz="14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(--radius);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box-shadow: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6px 18px </a:t>
            </a:r>
            <a:r>
              <a:rPr lang="pt-BR" sz="14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rgba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685809"/>
            <a:ext cx="72649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visual segue o padrão do carrinho, utilizando fundo --surface, bordas arredondadas e sombra.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está na largura de 500px (menor que o carrinho), escolhida porque formulários possuem uma estrutura vertical e mais estreita por natureza.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Centralizando o Título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066796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227900"/>
            <a:ext cx="4372708" cy="3753674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181100"/>
            <a:ext cx="437270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3" y="1286700"/>
            <a:ext cx="4372708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TÍTULO</a:t>
            </a:r>
            <a:endParaRPr lang="pt-BR" sz="10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49A77E-F167-4BBF-A2D4-95A7683FE367}"/>
              </a:ext>
            </a:extLst>
          </p:cNvPr>
          <p:cNvSpPr/>
          <p:nvPr/>
        </p:nvSpPr>
        <p:spPr>
          <a:xfrm>
            <a:off x="1517302" y="1509466"/>
            <a:ext cx="3034602" cy="3374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600" dirty="0">
                <a:solidFill>
                  <a:srgbClr val="8B0768"/>
                </a:solidFill>
                <a:latin typeface="Arial" pitchFamily="34" charset="0"/>
                <a:cs typeface="Arial" pitchFamily="34" charset="-120"/>
              </a:rPr>
              <a:t>.form-container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Arial" pitchFamily="34" charset="0"/>
                <a:cs typeface="Arial" pitchFamily="34" charset="-120"/>
              </a:rPr>
              <a:t>h1</a:t>
            </a:r>
            <a:r>
              <a:rPr lang="pt-B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{</a:t>
            </a: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margin-bottom: </a:t>
            </a:r>
            <a:r>
              <a:rPr lang="pt-BR" sz="16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1.5rem</a:t>
            </a:r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;</a:t>
            </a: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color: </a:t>
            </a:r>
            <a:r>
              <a:rPr lang="pt-BR" sz="1600" dirty="0">
                <a:solidFill>
                  <a:srgbClr val="A40000"/>
                </a:solidFill>
                <a:latin typeface="Arial" pitchFamily="34" charset="0"/>
                <a:cs typeface="Arial" pitchFamily="34" charset="-120"/>
              </a:rPr>
              <a:t>var</a:t>
            </a:r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(--accent);</a:t>
            </a: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text-align: center;</a:t>
            </a: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}</a:t>
            </a:r>
            <a:endParaRPr lang="pt-BR" sz="1600" noProof="0" dirty="0">
              <a:solidFill>
                <a:schemeClr val="bg1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2C454E-F905-4E55-A20E-272E161382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72990" y="1196337"/>
            <a:ext cx="3976467" cy="37536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3BE2AC-CCEB-4B3C-8763-B703AAD8186F}"/>
              </a:ext>
            </a:extLst>
          </p:cNvPr>
          <p:cNvSpPr txBox="1"/>
          <p:nvPr/>
        </p:nvSpPr>
        <p:spPr>
          <a:xfrm>
            <a:off x="5031880" y="2391960"/>
            <a:ext cx="37604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Diferente da tela de carrinho, onde o alinhamento ficava à esquerda, o título do formulário é centralizado. Em formulários curtos, esse alinhamento central equilibra muito melhor o visual da página.</a:t>
            </a:r>
            <a:endParaRPr lang="pt-BR" sz="1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7D258F-B8A1-49AE-BA12-40F0C600B9D8}"/>
              </a:ext>
            </a:extLst>
          </p:cNvPr>
          <p:cNvSpPr/>
          <p:nvPr/>
        </p:nvSpPr>
        <p:spPr>
          <a:xfrm>
            <a:off x="488355" y="182226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</p:spTree>
    <p:extLst>
      <p:ext uri="{BB962C8B-B14F-4D97-AF65-F5344CB8AC3E}">
        <p14:creationId xmlns:p14="http://schemas.microsoft.com/office/powerpoint/2010/main" val="952070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Grupo de Input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margin-bottom: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1.2rem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display: flex;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flex-direction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column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pt-BR" sz="1400" noProof="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685809"/>
            <a:ext cx="726495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 de label e input é agrupado pela classe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uso de Flexbox em direção de coluna (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flex-direction: column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faz com que o texto do label empilhe diretamente acima do campo de digitação.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margin-bottom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gera o espaço entre os grupos.</a:t>
            </a:r>
          </a:p>
        </p:txBody>
      </p:sp>
    </p:spTree>
    <p:extLst>
      <p:ext uri="{BB962C8B-B14F-4D97-AF65-F5344CB8AC3E}">
        <p14:creationId xmlns:p14="http://schemas.microsoft.com/office/powerpoint/2010/main" val="64243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Estilizando o Label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margin-bottom: </a:t>
            </a:r>
            <a:r>
              <a:rPr lang="pt-BR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font-weight: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(--text)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pt-BR" sz="1400" noProof="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685809"/>
            <a:ext cx="72649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propriedade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margin-bottom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 o label do campo de preenchimento abaixo dele.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font-weight: 600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um leve destaque ao texto comum, tornando muito claro para o usuário que aquele texto atua como um rótulo do campo.</a:t>
            </a:r>
          </a:p>
        </p:txBody>
      </p:sp>
    </p:spTree>
    <p:extLst>
      <p:ext uri="{BB962C8B-B14F-4D97-AF65-F5344CB8AC3E}">
        <p14:creationId xmlns:p14="http://schemas.microsoft.com/office/powerpoint/2010/main" val="14912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SELETORES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Estilizando Múltiplos Campos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</a:p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padding: </a:t>
            </a:r>
            <a:r>
              <a:rPr lang="pt-BR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background-color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(--bg)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border-radius: 8px;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685809"/>
            <a:ext cx="72649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vírgula é utilizada para aplicar os mesmos estilos simultaneamente aos seletores de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Essa prática evita a repetição de código: se o visual precisar de ajustes, basta alterar em um único local.</a:t>
            </a:r>
          </a:p>
        </p:txBody>
      </p:sp>
    </p:spTree>
    <p:extLst>
      <p:ext uri="{BB962C8B-B14F-4D97-AF65-F5344CB8AC3E}">
        <p14:creationId xmlns:p14="http://schemas.microsoft.com/office/powerpoint/2010/main" val="2177465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51692" y="548640"/>
            <a:ext cx="83351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Fontes e Transições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066796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351692" y="1227900"/>
            <a:ext cx="4372708" cy="3753674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351692" y="1181100"/>
            <a:ext cx="4372708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351693" y="1286700"/>
            <a:ext cx="4372708" cy="283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300" dirty="0">
                <a:solidFill>
                  <a:srgbClr val="5B8DE8"/>
                </a:solidFill>
                <a:latin typeface="Courier New" pitchFamily="34" charset="0"/>
                <a:cs typeface="Courier New" pitchFamily="34" charset="-120"/>
              </a:rPr>
              <a:t>TÍTULO</a:t>
            </a:r>
            <a:endParaRPr lang="pt-BR" sz="10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49A77E-F167-4BBF-A2D4-95A7683FE367}"/>
              </a:ext>
            </a:extLst>
          </p:cNvPr>
          <p:cNvSpPr/>
          <p:nvPr/>
        </p:nvSpPr>
        <p:spPr>
          <a:xfrm>
            <a:off x="803868" y="1509466"/>
            <a:ext cx="3748036" cy="33745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font-family: inherit;</a:t>
            </a:r>
          </a:p>
          <a:p>
            <a:pPr algn="just"/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transition: border-color </a:t>
            </a:r>
            <a:r>
              <a:rPr lang="pt-BR" sz="1600" dirty="0">
                <a:solidFill>
                  <a:srgbClr val="A40000"/>
                </a:solidFill>
                <a:latin typeface="Arial" pitchFamily="34" charset="0"/>
                <a:cs typeface="Arial" pitchFamily="34" charset="-120"/>
              </a:rPr>
              <a:t>var</a:t>
            </a:r>
            <a:r>
              <a:rPr lang="pt-BR" sz="16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(--transition);</a:t>
            </a:r>
            <a:endParaRPr lang="pt-BR" sz="1600" noProof="0" dirty="0">
              <a:solidFill>
                <a:schemeClr val="bg1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2C454E-F905-4E55-A20E-272E1613829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72990" y="1196337"/>
            <a:ext cx="3976467" cy="375367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C0C0C0"/>
              </a:highlight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7D258F-B8A1-49AE-BA12-40F0C600B9D8}"/>
              </a:ext>
            </a:extLst>
          </p:cNvPr>
          <p:cNvSpPr/>
          <p:nvPr/>
        </p:nvSpPr>
        <p:spPr>
          <a:xfrm>
            <a:off x="488355" y="182226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D63C368-4763-4AB9-ADBA-B0D02BA78111}"/>
              </a:ext>
            </a:extLst>
          </p:cNvPr>
          <p:cNvSpPr txBox="1"/>
          <p:nvPr/>
        </p:nvSpPr>
        <p:spPr>
          <a:xfrm>
            <a:off x="5004079" y="1813040"/>
            <a:ext cx="3788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font-family: inherit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Por padrão, os navegadores aplicam fontes diferentes para o elemento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força o componente a herdar a mesma fonte do restante do projeto.</a:t>
            </a:r>
          </a:p>
          <a:p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transition: border-color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É muito mais eficiente focar a animação apenas na propriedade que sofrerá alteração (a cor da borda), em vez de monitorar todas as propriedades com o comando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20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A Pseudo-classe </a:t>
            </a:r>
            <a:r>
              <a:rPr lang="pt-BR" sz="2600" b="1" i="1" dirty="0">
                <a:solidFill>
                  <a:srgbClr val="E1E1E6"/>
                </a:solidFill>
                <a:latin typeface="Arial Black" pitchFamily="34" charset="0"/>
              </a:rPr>
              <a:t>:focus</a:t>
            </a:r>
            <a:endParaRPr lang="pt-BR" sz="2600" i="1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:focus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</a:p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.input-group 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textarea</a:t>
            </a:r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:focus</a:t>
            </a:r>
            <a:r>
              <a:rPr lang="pt-BR" sz="1400" noProof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outline: none;</a:t>
            </a:r>
          </a:p>
          <a:p>
            <a:pPr algn="just"/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border-color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400" noProof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(--accent)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685809"/>
            <a:ext cx="72649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Removemos a marcação padrão do navegador (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outline: none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e aplicamos a cor amarela de destaque na borda (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border-color: var(--accent)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Como já declaramos a transição antes, essa troca de cor acontece de forma suave e animada.</a:t>
            </a:r>
          </a:p>
        </p:txBody>
      </p:sp>
    </p:spTree>
    <p:extLst>
      <p:ext uri="{BB962C8B-B14F-4D97-AF65-F5344CB8AC3E}">
        <p14:creationId xmlns:p14="http://schemas.microsoft.com/office/powerpoint/2010/main" val="498390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ENVIO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Botão de Envio</a:t>
            </a:r>
            <a:endParaRPr lang="pt-BR" sz="2600" i="1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2"/>
            <a:ext cx="7264959" cy="3603588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65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44160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.btn-submit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width: </a:t>
            </a:r>
            <a:r>
              <a:rPr lang="pt-BR" sz="1400" noProof="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 algn="just"/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transition: all </a:t>
            </a:r>
            <a:r>
              <a:rPr lang="sv-SE" sz="140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(--transition), box-shadow </a:t>
            </a:r>
            <a:r>
              <a:rPr lang="sv-SE" sz="140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(--transition);</a:t>
            </a:r>
            <a:endParaRPr lang="pt-BR" sz="14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263477"/>
            <a:ext cx="726495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width: 100%: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botão ocupa toda a largura disponível, sendo uma escolha de design que destaca a ação de envio em relação aos campos de preenchimento.</a:t>
            </a:r>
          </a:p>
          <a:p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Transições: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propriedade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abrange quase tudo, mas 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box-shadow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declarado explicitamente após a vírgula porque certos navegadores não o incluem no comportamento padrão do 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930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INTERAÇÃO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dirty="0">
                <a:solidFill>
                  <a:srgbClr val="E1E1E6"/>
                </a:solidFill>
                <a:latin typeface="Arial Black" pitchFamily="34" charset="0"/>
              </a:rPr>
              <a:t>Estados de Hover e Active</a:t>
            </a:r>
            <a:endParaRPr lang="pt-BR" sz="2600" i="1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84254" y="1265591"/>
            <a:ext cx="7264959" cy="3768631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84254" y="1265592"/>
            <a:ext cx="7264959" cy="914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910385" y="14273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910385" y="1591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i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Bloco de código:</a:t>
            </a:r>
            <a:endParaRPr lang="pt-BR" sz="1600" i="1" noProof="0" dirty="0"/>
          </a:p>
        </p:txBody>
      </p:sp>
      <p:sp>
        <p:nvSpPr>
          <p:cNvPr id="9" name="Text 7"/>
          <p:cNvSpPr/>
          <p:nvPr/>
        </p:nvSpPr>
        <p:spPr>
          <a:xfrm>
            <a:off x="1798655" y="1914016"/>
            <a:ext cx="5797899" cy="1733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.btn-submit:hover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transform: </a:t>
            </a:r>
            <a:r>
              <a:rPr lang="pt-BR" sz="14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translateY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(-</a:t>
            </a:r>
            <a:r>
              <a:rPr lang="pt-BR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3px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box-shadow: </a:t>
            </a:r>
            <a:r>
              <a:rPr lang="sv-SE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8px 20px </a:t>
            </a:r>
            <a:r>
              <a:rPr lang="sv-SE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rgba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sv-SE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sv-SE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sv-SE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sv-SE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r>
              <a:rPr lang="sv-SE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</a:p>
          <a:p>
            <a:pPr algn="just"/>
            <a:r>
              <a:rPr lang="pt-BR" sz="1400" noProof="0" dirty="0">
                <a:solidFill>
                  <a:srgbClr val="8B07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.btn-submit:active 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transform: </a:t>
            </a:r>
            <a:r>
              <a:rPr lang="pt-BR" sz="1400" noProof="0" dirty="0">
                <a:solidFill>
                  <a:srgbClr val="A4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r>
              <a:rPr lang="pt-BR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pt-BR" sz="1400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</a:p>
          <a:p>
            <a:pPr algn="just"/>
            <a:r>
              <a:rPr lang="pt-BR" sz="1400" noProof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pt-BR" sz="1400" noProof="0" dirty="0">
              <a:solidFill>
                <a:schemeClr val="bg1"/>
              </a:solidFill>
            </a:endParaRPr>
          </a:p>
          <a:p>
            <a:pPr algn="just"/>
            <a:endParaRPr lang="pt-BR" sz="14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algn="just"/>
            <a:endParaRPr lang="pt-BR" sz="1400" noProof="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383F5-EE78-4C91-AB2C-2A0B3B63C965}"/>
              </a:ext>
            </a:extLst>
          </p:cNvPr>
          <p:cNvSpPr txBox="1"/>
          <p:nvPr/>
        </p:nvSpPr>
        <p:spPr>
          <a:xfrm>
            <a:off x="910385" y="3444345"/>
            <a:ext cx="726495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Explicação:</a:t>
            </a:r>
            <a:endParaRPr lang="pt-BR" sz="1400" b="1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:hover: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 a consistência visual do e-commerce elevando o botão e exibindo uma sombra amarelada, assim como os botões de compra e de voltar.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noProof="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:active: 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no exato instante do clique, encolhendo levemente o botão (</a:t>
            </a:r>
            <a:r>
              <a:rPr lang="pt-BR" sz="14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scale(0.96)</a:t>
            </a: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para simular o efeito de pressão física, melhorando a sensação interativa.</a:t>
            </a:r>
          </a:p>
        </p:txBody>
      </p:sp>
    </p:spTree>
    <p:extLst>
      <p:ext uri="{BB962C8B-B14F-4D97-AF65-F5344CB8AC3E}">
        <p14:creationId xmlns:p14="http://schemas.microsoft.com/office/powerpoint/2010/main" val="156500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0139D-4316-8689-BF13-B1537738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2F4D69-FD79-3878-A9FB-2F693EE8B086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AF9ED0-BB63-69D9-489E-2F613247ECB4}"/>
              </a:ext>
            </a:extLst>
          </p:cNvPr>
          <p:cNvSpPr/>
          <p:nvPr/>
        </p:nvSpPr>
        <p:spPr>
          <a:xfrm>
            <a:off x="0" y="0"/>
            <a:ext cx="248121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C27C0B-4544-5434-E99C-52DA6128D127}"/>
              </a:ext>
            </a:extLst>
          </p:cNvPr>
          <p:cNvSpPr/>
          <p:nvPr/>
        </p:nvSpPr>
        <p:spPr>
          <a:xfrm>
            <a:off x="0" y="1645920"/>
            <a:ext cx="248121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Resumo</a:t>
            </a:r>
          </a:p>
          <a:p>
            <a:pPr marL="0" indent="0" algn="ctr">
              <a:buNone/>
            </a:pPr>
            <a:r>
              <a:rPr lang="pt-BR" sz="3000" b="1" noProof="0" dirty="0">
                <a:solidFill>
                  <a:srgbClr val="4ADE80"/>
                </a:solidFill>
                <a:latin typeface="Arial Black" pitchFamily="34" charset="0"/>
              </a:rPr>
              <a:t>E</a:t>
            </a:r>
          </a:p>
          <a:p>
            <a:pPr marL="0" indent="0" algn="ctr">
              <a:buNone/>
            </a:pPr>
            <a:r>
              <a:rPr lang="pt-BR" sz="3000" b="1" dirty="0">
                <a:solidFill>
                  <a:srgbClr val="4ADE80"/>
                </a:solidFill>
                <a:latin typeface="Arial Black" pitchFamily="34" charset="0"/>
              </a:rPr>
              <a:t>Desafio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0153BF-D1E1-F56E-1A28-68759F7E8F9C}"/>
              </a:ext>
            </a:extLst>
          </p:cNvPr>
          <p:cNvSpPr/>
          <p:nvPr/>
        </p:nvSpPr>
        <p:spPr>
          <a:xfrm>
            <a:off x="3127381" y="516255"/>
            <a:ext cx="431327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 e Prática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417E69C-2518-A202-8A64-D3D6BBED6CB8}"/>
              </a:ext>
            </a:extLst>
          </p:cNvPr>
          <p:cNvSpPr/>
          <p:nvPr/>
        </p:nvSpPr>
        <p:spPr>
          <a:xfrm flipH="1">
            <a:off x="2996352" y="683288"/>
            <a:ext cx="45719" cy="4079631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144C76-7115-10B5-0FE9-A5553005B623}"/>
              </a:ext>
            </a:extLst>
          </p:cNvPr>
          <p:cNvSpPr/>
          <p:nvPr/>
        </p:nvSpPr>
        <p:spPr>
          <a:xfrm>
            <a:off x="3121152" y="1083944"/>
            <a:ext cx="5203406" cy="3829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Resumo:</a:t>
            </a:r>
          </a:p>
          <a:p>
            <a:pPr marL="0" indent="0">
              <a:buNone/>
            </a:pP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agrupar seletores com vírgula, a necessidade do </a:t>
            </a:r>
            <a:r>
              <a:rPr lang="pt-BR" sz="16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font-family: inherit</a:t>
            </a: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diferença de transições específicas contra </a:t>
            </a:r>
            <a:r>
              <a:rPr lang="pt-BR" sz="16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pseudo-classe </a:t>
            </a:r>
            <a:r>
              <a:rPr lang="pt-BR" sz="16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:active </a:t>
            </a: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clique e hierarquia visual do botão 100%. </a:t>
            </a:r>
          </a:p>
          <a:p>
            <a:pPr marL="0" indent="0">
              <a:buNone/>
            </a:pPr>
            <a:endParaRPr lang="pt-BR" sz="1600" dirty="0">
              <a:solidFill>
                <a:srgbClr val="A8A8B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pt-BR" sz="1600" b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Missão do Aluno: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o efeito que reduz levemente o tamanho do botão ao clicar.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Modificar a mudança de </a:t>
            </a:r>
            <a:r>
              <a:rPr lang="pt-BR" sz="1600" b="1" i="1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border-color</a:t>
            </a: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foco por uma borda na lateral.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um ícone utilizando a biblioteca Font Awesome dentro do botão.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6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botão secundário apenas para limpar os dados, com estilo diferente do principal.</a:t>
            </a:r>
          </a:p>
        </p:txBody>
      </p:sp>
    </p:spTree>
    <p:extLst>
      <p:ext uri="{BB962C8B-B14F-4D97-AF65-F5344CB8AC3E}">
        <p14:creationId xmlns:p14="http://schemas.microsoft.com/office/powerpoint/2010/main" val="55842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1218</TotalTime>
  <Words>951</Words>
  <Application>Microsoft Office PowerPoint</Application>
  <PresentationFormat>Apresentação na tela (16:9)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Higor Claro</dc:creator>
  <cp:lastModifiedBy>Higor  Claro</cp:lastModifiedBy>
  <cp:revision>35</cp:revision>
  <dcterms:created xsi:type="dcterms:W3CDTF">2026-05-09T09:39:54Z</dcterms:created>
  <dcterms:modified xsi:type="dcterms:W3CDTF">2026-06-08T14:48:54Z</dcterms:modified>
</cp:coreProperties>
</file>